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Lst>
  <p:sldSz cy="5143500" cx="9144000"/>
  <p:notesSz cx="6858000" cy="9144000"/>
  <p:embeddedFontLst>
    <p:embeddedFont>
      <p:font typeface="Nunito"/>
      <p:regular r:id="rId13"/>
      <p:bold r:id="rId14"/>
      <p:italic r:id="rId15"/>
      <p:boldItalic r:id="rId16"/>
    </p:embeddedFont>
    <p:embeddedFont>
      <p:font typeface="Playfair Display"/>
      <p:regular r:id="rId17"/>
      <p:bold r:id="rId18"/>
      <p:italic r:id="rId19"/>
      <p:boldItalic r:id="rId20"/>
    </p:embeddedFont>
    <p:embeddedFont>
      <p:font typeface="Abril Fatface"/>
      <p:regular r:id="rId21"/>
    </p:embeddedFont>
    <p:embeddedFont>
      <p:font typeface="Cabin"/>
      <p:regular r:id="rId22"/>
      <p:bold r:id="rId23"/>
      <p:italic r:id="rId24"/>
      <p:boldItalic r:id="rId25"/>
    </p:embeddedFont>
    <p:embeddedFont>
      <p:font typeface="PT Sans"/>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PlayfairDisplay-boldItalic.fntdata"/><Relationship Id="rId22" Type="http://schemas.openxmlformats.org/officeDocument/2006/relationships/font" Target="fonts/Cabin-regular.fntdata"/><Relationship Id="rId21" Type="http://schemas.openxmlformats.org/officeDocument/2006/relationships/font" Target="fonts/AbrilFatface-regular.fntdata"/><Relationship Id="rId24" Type="http://schemas.openxmlformats.org/officeDocument/2006/relationships/font" Target="fonts/Cabin-italic.fntdata"/><Relationship Id="rId23" Type="http://schemas.openxmlformats.org/officeDocument/2006/relationships/font" Target="fonts/Cabin-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PTSans-regular.fntdata"/><Relationship Id="rId25" Type="http://schemas.openxmlformats.org/officeDocument/2006/relationships/font" Target="fonts/Cabin-boldItalic.fntdata"/><Relationship Id="rId28" Type="http://schemas.openxmlformats.org/officeDocument/2006/relationships/font" Target="fonts/PTSans-italic.fntdata"/><Relationship Id="rId27" Type="http://schemas.openxmlformats.org/officeDocument/2006/relationships/font" Target="fonts/PTSans-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PTSans-boldItalic.fntdata"/><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font" Target="fonts/Nunito-regular.fntdata"/><Relationship Id="rId12" Type="http://schemas.openxmlformats.org/officeDocument/2006/relationships/slide" Target="slides/slide8.xml"/><Relationship Id="rId15" Type="http://schemas.openxmlformats.org/officeDocument/2006/relationships/font" Target="fonts/Nunito-italic.fntdata"/><Relationship Id="rId14" Type="http://schemas.openxmlformats.org/officeDocument/2006/relationships/font" Target="fonts/Nunito-bold.fntdata"/><Relationship Id="rId17" Type="http://schemas.openxmlformats.org/officeDocument/2006/relationships/font" Target="fonts/PlayfairDisplay-regular.fntdata"/><Relationship Id="rId16" Type="http://schemas.openxmlformats.org/officeDocument/2006/relationships/font" Target="fonts/Nunito-boldItalic.fntdata"/><Relationship Id="rId19" Type="http://schemas.openxmlformats.org/officeDocument/2006/relationships/font" Target="fonts/PlayfairDisplay-italic.fntdata"/><Relationship Id="rId18" Type="http://schemas.openxmlformats.org/officeDocument/2006/relationships/font" Target="fonts/PlayfairDisplay-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f080b61eb8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f080b61eb8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99f2f57a71_0_1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99f2f57a71_0_1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f080b61eb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f080b61eb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f080b61eb8_3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f080b61eb8_3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bd6c00e73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bd6c00e73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d6c00e730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d6c00e730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flipH="1">
            <a:off x="-243963" y="-93373"/>
            <a:ext cx="855913" cy="260023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flipH="1">
            <a:off x="7919140" y="-278604"/>
            <a:ext cx="1383960" cy="932103"/>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7564905" y="-93375"/>
            <a:ext cx="1730072" cy="204458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713100" y="1481055"/>
            <a:ext cx="6816600" cy="24141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7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 name="Google Shape;13;p2"/>
          <p:cNvSpPr txBox="1"/>
          <p:nvPr>
            <p:ph idx="1" type="subTitle"/>
          </p:nvPr>
        </p:nvSpPr>
        <p:spPr>
          <a:xfrm>
            <a:off x="713100" y="3995538"/>
            <a:ext cx="45288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rot="784685">
            <a:off x="-181759" y="-8212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flipH="1" rot="1783285">
            <a:off x="-385508" y="-12432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143200" y="-478825"/>
            <a:ext cx="1214376" cy="4636445"/>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720000" y="2195100"/>
            <a:ext cx="4337700" cy="1466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720000" y="1178725"/>
            <a:ext cx="5067600" cy="1000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720000" y="3676775"/>
            <a:ext cx="50676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rot="-1055101">
            <a:off x="-960243" y="-611114"/>
            <a:ext cx="1615770" cy="1821365"/>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flipH="1" rot="10800000">
            <a:off x="7641225" y="-691372"/>
            <a:ext cx="1756619" cy="207607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flipH="1">
            <a:off x="8145456" y="-66021"/>
            <a:ext cx="1756619" cy="232279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AutoNum type="arabicPeriod"/>
              <a:defRPr sz="1200">
                <a:solidFill>
                  <a:srgbClr val="434343"/>
                </a:solidFill>
              </a:defRPr>
            </a:lvl1pPr>
            <a:lvl2pPr indent="-304800" lvl="1" marL="9144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rot="-1794915">
            <a:off x="-1502546" y="-638410"/>
            <a:ext cx="2293282" cy="2585085"/>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a:off x="8555291" y="-912025"/>
            <a:ext cx="1031060" cy="313232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7852681" y="-293879"/>
            <a:ext cx="2074359" cy="2202022"/>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txBox="1"/>
          <p:nvPr>
            <p:ph type="title"/>
          </p:nvPr>
        </p:nvSpPr>
        <p:spPr>
          <a:xfrm>
            <a:off x="1291314" y="2203402"/>
            <a:ext cx="2742600" cy="55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 name="Google Shape;32;p5"/>
          <p:cNvSpPr txBox="1"/>
          <p:nvPr>
            <p:ph idx="2" type="title"/>
          </p:nvPr>
        </p:nvSpPr>
        <p:spPr>
          <a:xfrm>
            <a:off x="5110086" y="2203402"/>
            <a:ext cx="2742600" cy="55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 name="Google Shape;33;p5"/>
          <p:cNvSpPr txBox="1"/>
          <p:nvPr>
            <p:ph idx="1" type="subTitle"/>
          </p:nvPr>
        </p:nvSpPr>
        <p:spPr>
          <a:xfrm>
            <a:off x="5110088" y="2786250"/>
            <a:ext cx="27426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 name="Google Shape;34;p5"/>
          <p:cNvSpPr txBox="1"/>
          <p:nvPr>
            <p:ph idx="3" type="subTitle"/>
          </p:nvPr>
        </p:nvSpPr>
        <p:spPr>
          <a:xfrm>
            <a:off x="1291312" y="2786250"/>
            <a:ext cx="27426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5" name="Google Shape;35;p5"/>
          <p:cNvSpPr txBox="1"/>
          <p:nvPr>
            <p:ph idx="4"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p:nvPr/>
        </p:nvSpPr>
        <p:spPr>
          <a:xfrm rot="-1236882">
            <a:off x="-992836" y="-201404"/>
            <a:ext cx="2374143" cy="280590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rot="-2700000">
            <a:off x="-1671654" y="-637784"/>
            <a:ext cx="2293212" cy="2585006"/>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flipH="1" rot="1315565">
            <a:off x="7821221" y="-111650"/>
            <a:ext cx="2374167" cy="280593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p:nvPr/>
        </p:nvSpPr>
        <p:spPr>
          <a:xfrm flipH="1">
            <a:off x="-243963" y="-245773"/>
            <a:ext cx="855913" cy="260023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flipH="1">
            <a:off x="8071540" y="-278604"/>
            <a:ext cx="1383960" cy="932103"/>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p:nvPr/>
        </p:nvSpPr>
        <p:spPr>
          <a:xfrm flipH="1">
            <a:off x="7717305" y="-93375"/>
            <a:ext cx="1730072" cy="204458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7"/>
          <p:cNvSpPr txBox="1"/>
          <p:nvPr>
            <p:ph idx="1" type="body"/>
          </p:nvPr>
        </p:nvSpPr>
        <p:spPr>
          <a:xfrm>
            <a:off x="720000" y="1650200"/>
            <a:ext cx="3876000" cy="23361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SzPts val="1000"/>
              <a:buChar char="●"/>
              <a:defRPr>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46" name="Google Shape;46;p7"/>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
        <p:nvSpPr>
          <p:cNvPr id="48" name="Google Shape;48;p8"/>
          <p:cNvSpPr/>
          <p:nvPr/>
        </p:nvSpPr>
        <p:spPr>
          <a:xfrm rot="-3419928">
            <a:off x="-1702337" y="601789"/>
            <a:ext cx="2807434" cy="1193427"/>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flipH="1" rot="1401600">
            <a:off x="8049665" y="111206"/>
            <a:ext cx="2374221" cy="280599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p:nvPr/>
        </p:nvSpPr>
        <p:spPr>
          <a:xfrm rot="-836192">
            <a:off x="-1327580" y="-192083"/>
            <a:ext cx="2334065" cy="2880761"/>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8"/>
          <p:cNvSpPr txBox="1"/>
          <p:nvPr>
            <p:ph type="title"/>
          </p:nvPr>
        </p:nvSpPr>
        <p:spPr>
          <a:xfrm>
            <a:off x="1896900" y="1307100"/>
            <a:ext cx="6534000" cy="25293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2" name="Shape 52"/>
        <p:cNvGrpSpPr/>
        <p:nvPr/>
      </p:nvGrpSpPr>
      <p:grpSpPr>
        <a:xfrm>
          <a:off x="0" y="0"/>
          <a:ext cx="0" cy="0"/>
          <a:chOff x="0" y="0"/>
          <a:chExt cx="0" cy="0"/>
        </a:xfrm>
      </p:grpSpPr>
      <p:sp>
        <p:nvSpPr>
          <p:cNvPr id="53" name="Google Shape;53;p9"/>
          <p:cNvSpPr/>
          <p:nvPr/>
        </p:nvSpPr>
        <p:spPr>
          <a:xfrm rot="880749">
            <a:off x="-109876" y="-360103"/>
            <a:ext cx="1253609" cy="3696848"/>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9"/>
          <p:cNvSpPr/>
          <p:nvPr/>
        </p:nvSpPr>
        <p:spPr>
          <a:xfrm flipH="1" rot="1966325">
            <a:off x="-97652" y="-885201"/>
            <a:ext cx="1064941" cy="3438159"/>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9"/>
          <p:cNvSpPr/>
          <p:nvPr/>
        </p:nvSpPr>
        <p:spPr>
          <a:xfrm>
            <a:off x="8448000" y="-7715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txBox="1"/>
          <p:nvPr>
            <p:ph type="title"/>
          </p:nvPr>
        </p:nvSpPr>
        <p:spPr>
          <a:xfrm>
            <a:off x="720000" y="1240186"/>
            <a:ext cx="7704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9"/>
          <p:cNvSpPr txBox="1"/>
          <p:nvPr>
            <p:ph idx="1" type="subTitle"/>
          </p:nvPr>
        </p:nvSpPr>
        <p:spPr>
          <a:xfrm>
            <a:off x="2241550" y="2221513"/>
            <a:ext cx="4661100" cy="1681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flipH="1">
            <a:off x="-331799" y="-846185"/>
            <a:ext cx="855913" cy="3527545"/>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0"/>
          <p:cNvSpPr/>
          <p:nvPr/>
        </p:nvSpPr>
        <p:spPr>
          <a:xfrm flipH="1" rot="894957">
            <a:off x="8570322" y="26143"/>
            <a:ext cx="1383968" cy="1264504"/>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0"/>
          <p:cNvSpPr/>
          <p:nvPr/>
        </p:nvSpPr>
        <p:spPr>
          <a:xfrm flipH="1" rot="894957">
            <a:off x="8014872" y="-268356"/>
            <a:ext cx="1730081" cy="277377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txBox="1"/>
          <p:nvPr>
            <p:ph type="title"/>
          </p:nvPr>
        </p:nvSpPr>
        <p:spPr>
          <a:xfrm>
            <a:off x="3245625" y="1913850"/>
            <a:ext cx="5050500" cy="1315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rot="1103675">
            <a:off x="274406" y="-611819"/>
            <a:ext cx="1245021" cy="318126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p:nvPr/>
        </p:nvSpPr>
        <p:spPr>
          <a:xfrm flipH="1">
            <a:off x="-878080" y="-1048117"/>
            <a:ext cx="2074359" cy="2202022"/>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1"/>
          <p:cNvSpPr/>
          <p:nvPr/>
        </p:nvSpPr>
        <p:spPr>
          <a:xfrm rot="1884779">
            <a:off x="7986089" y="-765133"/>
            <a:ext cx="2074380" cy="220204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1"/>
          <p:cNvSpPr txBox="1"/>
          <p:nvPr>
            <p:ph hasCustomPrompt="1" type="title"/>
          </p:nvPr>
        </p:nvSpPr>
        <p:spPr>
          <a:xfrm>
            <a:off x="1284000" y="1387300"/>
            <a:ext cx="6576000" cy="2100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2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8" name="Google Shape;68;p11"/>
          <p:cNvSpPr txBox="1"/>
          <p:nvPr>
            <p:ph idx="1" type="subTitle"/>
          </p:nvPr>
        </p:nvSpPr>
        <p:spPr>
          <a:xfrm>
            <a:off x="1284000" y="325907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9" name="Shape 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ONE_COLUMN_TEXT_1">
    <p:spTree>
      <p:nvGrpSpPr>
        <p:cNvPr id="70" name="Shape 70"/>
        <p:cNvGrpSpPr/>
        <p:nvPr/>
      </p:nvGrpSpPr>
      <p:grpSpPr>
        <a:xfrm>
          <a:off x="0" y="0"/>
          <a:ext cx="0" cy="0"/>
          <a:chOff x="0" y="0"/>
          <a:chExt cx="0" cy="0"/>
        </a:xfrm>
      </p:grpSpPr>
      <p:sp>
        <p:nvSpPr>
          <p:cNvPr id="71" name="Google Shape;71;p13"/>
          <p:cNvSpPr/>
          <p:nvPr/>
        </p:nvSpPr>
        <p:spPr>
          <a:xfrm flipH="1" rot="-784685">
            <a:off x="7733575" y="-8974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rot="-1783285">
            <a:off x="7922631" y="-13956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flipH="1">
            <a:off x="-331801" y="-16813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5" name="Google Shape;75;p13"/>
          <p:cNvSpPr txBox="1"/>
          <p:nvPr>
            <p:ph idx="1" type="subTitle"/>
          </p:nvPr>
        </p:nvSpPr>
        <p:spPr>
          <a:xfrm>
            <a:off x="5243700" y="1478750"/>
            <a:ext cx="3180300" cy="301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6" name="Shape 76"/>
        <p:cNvGrpSpPr/>
        <p:nvPr/>
      </p:nvGrpSpPr>
      <p:grpSpPr>
        <a:xfrm>
          <a:off x="0" y="0"/>
          <a:ext cx="0" cy="0"/>
          <a:chOff x="0" y="0"/>
          <a:chExt cx="0" cy="0"/>
        </a:xfrm>
      </p:grpSpPr>
      <p:sp>
        <p:nvSpPr>
          <p:cNvPr id="77" name="Google Shape;77;p14"/>
          <p:cNvSpPr/>
          <p:nvPr/>
        </p:nvSpPr>
        <p:spPr>
          <a:xfrm flipH="1">
            <a:off x="-243963" y="-169573"/>
            <a:ext cx="855913" cy="260023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flipH="1">
            <a:off x="7919140" y="-278604"/>
            <a:ext cx="1383960" cy="932103"/>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flipH="1">
            <a:off x="7564905" y="-93375"/>
            <a:ext cx="1730072" cy="204458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txBox="1"/>
          <p:nvPr>
            <p:ph idx="1" type="subTitle"/>
          </p:nvPr>
        </p:nvSpPr>
        <p:spPr>
          <a:xfrm>
            <a:off x="1497800" y="1489792"/>
            <a:ext cx="248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81" name="Google Shape;81;p14"/>
          <p:cNvSpPr txBox="1"/>
          <p:nvPr>
            <p:ph idx="2" type="subTitle"/>
          </p:nvPr>
        </p:nvSpPr>
        <p:spPr>
          <a:xfrm>
            <a:off x="1497800" y="2119128"/>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2" name="Google Shape;82;p14"/>
          <p:cNvSpPr txBox="1"/>
          <p:nvPr>
            <p:ph hasCustomPrompt="1" type="title"/>
          </p:nvPr>
        </p:nvSpPr>
        <p:spPr>
          <a:xfrm>
            <a:off x="720000" y="1458160"/>
            <a:ext cx="7989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83" name="Google Shape;83;p14"/>
          <p:cNvSpPr txBox="1"/>
          <p:nvPr>
            <p:ph idx="3" type="subTitle"/>
          </p:nvPr>
        </p:nvSpPr>
        <p:spPr>
          <a:xfrm>
            <a:off x="1497800" y="3288764"/>
            <a:ext cx="248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84" name="Google Shape;84;p14"/>
          <p:cNvSpPr txBox="1"/>
          <p:nvPr>
            <p:ph idx="4" type="subTitle"/>
          </p:nvPr>
        </p:nvSpPr>
        <p:spPr>
          <a:xfrm>
            <a:off x="1497800" y="3918099"/>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5" name="Google Shape;85;p14"/>
          <p:cNvSpPr txBox="1"/>
          <p:nvPr>
            <p:ph hasCustomPrompt="1" idx="5" type="title"/>
          </p:nvPr>
        </p:nvSpPr>
        <p:spPr>
          <a:xfrm>
            <a:off x="720000" y="3257135"/>
            <a:ext cx="7989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86" name="Google Shape;86;p14"/>
          <p:cNvSpPr txBox="1"/>
          <p:nvPr>
            <p:ph idx="6" type="subTitle"/>
          </p:nvPr>
        </p:nvSpPr>
        <p:spPr>
          <a:xfrm>
            <a:off x="5944800" y="1489792"/>
            <a:ext cx="248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87" name="Google Shape;87;p14"/>
          <p:cNvSpPr txBox="1"/>
          <p:nvPr>
            <p:ph idx="7" type="subTitle"/>
          </p:nvPr>
        </p:nvSpPr>
        <p:spPr>
          <a:xfrm>
            <a:off x="5944800" y="2119127"/>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8" name="Google Shape;88;p14"/>
          <p:cNvSpPr txBox="1"/>
          <p:nvPr>
            <p:ph hasCustomPrompt="1" idx="8" type="title"/>
          </p:nvPr>
        </p:nvSpPr>
        <p:spPr>
          <a:xfrm>
            <a:off x="4986065" y="1458160"/>
            <a:ext cx="9897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89" name="Google Shape;89;p14"/>
          <p:cNvSpPr txBox="1"/>
          <p:nvPr>
            <p:ph idx="9" type="subTitle"/>
          </p:nvPr>
        </p:nvSpPr>
        <p:spPr>
          <a:xfrm>
            <a:off x="5944800" y="3288772"/>
            <a:ext cx="215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90" name="Google Shape;90;p14"/>
          <p:cNvSpPr txBox="1"/>
          <p:nvPr>
            <p:ph idx="13" type="subTitle"/>
          </p:nvPr>
        </p:nvSpPr>
        <p:spPr>
          <a:xfrm>
            <a:off x="5944800" y="3918099"/>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91" name="Google Shape;91;p14"/>
          <p:cNvSpPr txBox="1"/>
          <p:nvPr>
            <p:ph hasCustomPrompt="1" idx="14" type="title"/>
          </p:nvPr>
        </p:nvSpPr>
        <p:spPr>
          <a:xfrm>
            <a:off x="4986065" y="3257135"/>
            <a:ext cx="9897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92" name="Google Shape;92;p14"/>
          <p:cNvSpPr txBox="1"/>
          <p:nvPr>
            <p:ph idx="15"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93" name="Shape 93"/>
        <p:cNvGrpSpPr/>
        <p:nvPr/>
      </p:nvGrpSpPr>
      <p:grpSpPr>
        <a:xfrm>
          <a:off x="0" y="0"/>
          <a:ext cx="0" cy="0"/>
          <a:chOff x="0" y="0"/>
          <a:chExt cx="0" cy="0"/>
        </a:xfrm>
      </p:grpSpPr>
      <p:sp>
        <p:nvSpPr>
          <p:cNvPr id="94" name="Google Shape;94;p15"/>
          <p:cNvSpPr/>
          <p:nvPr/>
        </p:nvSpPr>
        <p:spPr>
          <a:xfrm flipH="1" rot="-784685">
            <a:off x="7733586" y="-3640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rot="-1783285">
            <a:off x="8151242" y="-7860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flipH="1">
            <a:off x="-408376" y="-174026"/>
            <a:ext cx="1214376" cy="412852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txBox="1"/>
          <p:nvPr>
            <p:ph type="title"/>
          </p:nvPr>
        </p:nvSpPr>
        <p:spPr>
          <a:xfrm>
            <a:off x="1407300" y="1189100"/>
            <a:ext cx="63294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98" name="Google Shape;98;p15"/>
          <p:cNvSpPr txBox="1"/>
          <p:nvPr>
            <p:ph idx="1" type="subTitle"/>
          </p:nvPr>
        </p:nvSpPr>
        <p:spPr>
          <a:xfrm>
            <a:off x="2008950" y="3153500"/>
            <a:ext cx="5126100" cy="80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9" name="Shape 99"/>
        <p:cNvGrpSpPr/>
        <p:nvPr/>
      </p:nvGrpSpPr>
      <p:grpSpPr>
        <a:xfrm>
          <a:off x="0" y="0"/>
          <a:ext cx="0" cy="0"/>
          <a:chOff x="0" y="0"/>
          <a:chExt cx="0" cy="0"/>
        </a:xfrm>
      </p:grpSpPr>
      <p:sp>
        <p:nvSpPr>
          <p:cNvPr id="100" name="Google Shape;100;p16"/>
          <p:cNvSpPr/>
          <p:nvPr/>
        </p:nvSpPr>
        <p:spPr>
          <a:xfrm rot="-1532380">
            <a:off x="-984785" y="25045"/>
            <a:ext cx="2462769" cy="3479258"/>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1747850" y="-340664"/>
            <a:ext cx="2293271" cy="3283712"/>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flipH="1" rot="1315565">
            <a:off x="7997421" y="-481925"/>
            <a:ext cx="2374167" cy="280593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txBox="1"/>
          <p:nvPr>
            <p:ph type="title"/>
          </p:nvPr>
        </p:nvSpPr>
        <p:spPr>
          <a:xfrm>
            <a:off x="4070700" y="3115663"/>
            <a:ext cx="43602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4" name="Google Shape;104;p16"/>
          <p:cNvSpPr txBox="1"/>
          <p:nvPr>
            <p:ph idx="1" type="subTitle"/>
          </p:nvPr>
        </p:nvSpPr>
        <p:spPr>
          <a:xfrm>
            <a:off x="1739700" y="1511313"/>
            <a:ext cx="6691200" cy="147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05" name="Shape 105"/>
        <p:cNvGrpSpPr/>
        <p:nvPr/>
      </p:nvGrpSpPr>
      <p:grpSpPr>
        <a:xfrm>
          <a:off x="0" y="0"/>
          <a:ext cx="0" cy="0"/>
          <a:chOff x="0" y="0"/>
          <a:chExt cx="0" cy="0"/>
        </a:xfrm>
      </p:grpSpPr>
      <p:sp>
        <p:nvSpPr>
          <p:cNvPr id="106" name="Google Shape;106;p17"/>
          <p:cNvSpPr/>
          <p:nvPr/>
        </p:nvSpPr>
        <p:spPr>
          <a:xfrm flipH="1" rot="-455257">
            <a:off x="7806607" y="-318267"/>
            <a:ext cx="1246880" cy="4103824"/>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p:nvPr/>
        </p:nvSpPr>
        <p:spPr>
          <a:xfrm rot="-1538068">
            <a:off x="8279381" y="-585154"/>
            <a:ext cx="1048448" cy="3401387"/>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flipH="1" rot="654765">
            <a:off x="-453981" y="-1416413"/>
            <a:ext cx="1214384" cy="4002644"/>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txBox="1"/>
          <p:nvPr>
            <p:ph type="title"/>
          </p:nvPr>
        </p:nvSpPr>
        <p:spPr>
          <a:xfrm>
            <a:off x="4572000" y="1303638"/>
            <a:ext cx="3293700" cy="2084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 name="Google Shape;110;p17"/>
          <p:cNvSpPr txBox="1"/>
          <p:nvPr>
            <p:ph idx="1" type="subTitle"/>
          </p:nvPr>
        </p:nvSpPr>
        <p:spPr>
          <a:xfrm>
            <a:off x="4572000" y="3292363"/>
            <a:ext cx="34914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11" name="Shape 111"/>
        <p:cNvGrpSpPr/>
        <p:nvPr/>
      </p:nvGrpSpPr>
      <p:grpSpPr>
        <a:xfrm>
          <a:off x="0" y="0"/>
          <a:ext cx="0" cy="0"/>
          <a:chOff x="0" y="0"/>
          <a:chExt cx="0" cy="0"/>
        </a:xfrm>
      </p:grpSpPr>
      <p:sp>
        <p:nvSpPr>
          <p:cNvPr id="112" name="Google Shape;112;p18"/>
          <p:cNvSpPr/>
          <p:nvPr/>
        </p:nvSpPr>
        <p:spPr>
          <a:xfrm flipH="1" rot="2539665">
            <a:off x="7952801" y="67183"/>
            <a:ext cx="1899215" cy="944427"/>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flipH="1" rot="-1669522">
            <a:off x="-1115619" y="-369656"/>
            <a:ext cx="2074389" cy="220205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rot="-1532380">
            <a:off x="-1606285" y="-643205"/>
            <a:ext cx="2462769" cy="3479258"/>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txBox="1"/>
          <p:nvPr>
            <p:ph type="title"/>
          </p:nvPr>
        </p:nvSpPr>
        <p:spPr>
          <a:xfrm>
            <a:off x="720000" y="445025"/>
            <a:ext cx="429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6" name="Google Shape;116;p18"/>
          <p:cNvSpPr txBox="1"/>
          <p:nvPr>
            <p:ph idx="1" type="subTitle"/>
          </p:nvPr>
        </p:nvSpPr>
        <p:spPr>
          <a:xfrm>
            <a:off x="720000" y="2215050"/>
            <a:ext cx="2575500" cy="10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17" name="Shape 117"/>
        <p:cNvGrpSpPr/>
        <p:nvPr/>
      </p:nvGrpSpPr>
      <p:grpSpPr>
        <a:xfrm>
          <a:off x="0" y="0"/>
          <a:ext cx="0" cy="0"/>
          <a:chOff x="0" y="0"/>
          <a:chExt cx="0" cy="0"/>
        </a:xfrm>
      </p:grpSpPr>
      <p:sp>
        <p:nvSpPr>
          <p:cNvPr id="118" name="Google Shape;118;p19"/>
          <p:cNvSpPr/>
          <p:nvPr/>
        </p:nvSpPr>
        <p:spPr>
          <a:xfrm flipH="1" rot="2539665">
            <a:off x="7952801" y="67183"/>
            <a:ext cx="1899215" cy="944427"/>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nvSpPr>
        <p:spPr>
          <a:xfrm flipH="1" rot="-1669522">
            <a:off x="-1115619" y="-369656"/>
            <a:ext cx="2074389" cy="220205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9"/>
          <p:cNvSpPr/>
          <p:nvPr/>
        </p:nvSpPr>
        <p:spPr>
          <a:xfrm rot="-1532380">
            <a:off x="-1606285" y="-643205"/>
            <a:ext cx="2462769" cy="3479258"/>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txBox="1"/>
          <p:nvPr>
            <p:ph idx="1" type="body"/>
          </p:nvPr>
        </p:nvSpPr>
        <p:spPr>
          <a:xfrm>
            <a:off x="719900" y="1533450"/>
            <a:ext cx="7704000" cy="3098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Char char="●"/>
              <a:defRPr>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1600"/>
              </a:spcBef>
              <a:spcAft>
                <a:spcPts val="0"/>
              </a:spcAft>
              <a:buClr>
                <a:srgbClr val="434343"/>
              </a:buClr>
              <a:buSzPts val="1400"/>
              <a:buChar char="■"/>
              <a:defRPr>
                <a:solidFill>
                  <a:srgbClr val="434343"/>
                </a:solidFill>
              </a:defRPr>
            </a:lvl3pPr>
            <a:lvl4pPr indent="-317500" lvl="3" marL="1828800" rtl="0">
              <a:lnSpc>
                <a:spcPct val="115000"/>
              </a:lnSpc>
              <a:spcBef>
                <a:spcPts val="1600"/>
              </a:spcBef>
              <a:spcAft>
                <a:spcPts val="0"/>
              </a:spcAft>
              <a:buClr>
                <a:srgbClr val="434343"/>
              </a:buClr>
              <a:buSzPts val="1400"/>
              <a:buChar char="●"/>
              <a:defRPr>
                <a:solidFill>
                  <a:srgbClr val="434343"/>
                </a:solidFill>
              </a:defRPr>
            </a:lvl4pPr>
            <a:lvl5pPr indent="-317500" lvl="4" marL="2286000" rtl="0">
              <a:lnSpc>
                <a:spcPct val="115000"/>
              </a:lnSpc>
              <a:spcBef>
                <a:spcPts val="1600"/>
              </a:spcBef>
              <a:spcAft>
                <a:spcPts val="0"/>
              </a:spcAft>
              <a:buClr>
                <a:srgbClr val="434343"/>
              </a:buClr>
              <a:buSzPts val="1400"/>
              <a:buChar char="○"/>
              <a:defRPr>
                <a:solidFill>
                  <a:srgbClr val="434343"/>
                </a:solidFill>
              </a:defRPr>
            </a:lvl5pPr>
            <a:lvl6pPr indent="-317500" lvl="5" marL="2743200" rtl="0">
              <a:lnSpc>
                <a:spcPct val="115000"/>
              </a:lnSpc>
              <a:spcBef>
                <a:spcPts val="1600"/>
              </a:spcBef>
              <a:spcAft>
                <a:spcPts val="0"/>
              </a:spcAft>
              <a:buClr>
                <a:srgbClr val="434343"/>
              </a:buClr>
              <a:buSzPts val="1400"/>
              <a:buChar char="■"/>
              <a:defRPr>
                <a:solidFill>
                  <a:srgbClr val="434343"/>
                </a:solidFill>
              </a:defRPr>
            </a:lvl6pPr>
            <a:lvl7pPr indent="-317500" lvl="6" marL="3200400" rtl="0">
              <a:lnSpc>
                <a:spcPct val="115000"/>
              </a:lnSpc>
              <a:spcBef>
                <a:spcPts val="1600"/>
              </a:spcBef>
              <a:spcAft>
                <a:spcPts val="0"/>
              </a:spcAft>
              <a:buClr>
                <a:srgbClr val="434343"/>
              </a:buClr>
              <a:buSzPts val="1400"/>
              <a:buChar char="●"/>
              <a:defRPr>
                <a:solidFill>
                  <a:srgbClr val="434343"/>
                </a:solidFill>
              </a:defRPr>
            </a:lvl7pPr>
            <a:lvl8pPr indent="-317500" lvl="7" marL="3657600" rtl="0">
              <a:lnSpc>
                <a:spcPct val="115000"/>
              </a:lnSpc>
              <a:spcBef>
                <a:spcPts val="1600"/>
              </a:spcBef>
              <a:spcAft>
                <a:spcPts val="0"/>
              </a:spcAft>
              <a:buClr>
                <a:srgbClr val="434343"/>
              </a:buClr>
              <a:buSzPts val="1400"/>
              <a:buChar char="○"/>
              <a:defRPr>
                <a:solidFill>
                  <a:srgbClr val="434343"/>
                </a:solidFill>
              </a:defRPr>
            </a:lvl8pPr>
            <a:lvl9pPr indent="-317500" lvl="8" marL="4114800" rtl="0">
              <a:lnSpc>
                <a:spcPct val="115000"/>
              </a:lnSpc>
              <a:spcBef>
                <a:spcPts val="1600"/>
              </a:spcBef>
              <a:spcAft>
                <a:spcPts val="1600"/>
              </a:spcAft>
              <a:buClr>
                <a:srgbClr val="434343"/>
              </a:buClr>
              <a:buSzPts val="1400"/>
              <a:buChar char="■"/>
              <a:defRPr>
                <a:solidFill>
                  <a:srgbClr val="434343"/>
                </a:solidFill>
              </a:defRPr>
            </a:lvl9pPr>
          </a:lstStyle>
          <a:p/>
        </p:txBody>
      </p:sp>
      <p:sp>
        <p:nvSpPr>
          <p:cNvPr id="122" name="Google Shape;12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3" name="Shape 123"/>
        <p:cNvGrpSpPr/>
        <p:nvPr/>
      </p:nvGrpSpPr>
      <p:grpSpPr>
        <a:xfrm>
          <a:off x="0" y="0"/>
          <a:ext cx="0" cy="0"/>
          <a:chOff x="0" y="0"/>
          <a:chExt cx="0" cy="0"/>
        </a:xfrm>
      </p:grpSpPr>
      <p:sp>
        <p:nvSpPr>
          <p:cNvPr id="124" name="Google Shape;124;p20"/>
          <p:cNvSpPr/>
          <p:nvPr/>
        </p:nvSpPr>
        <p:spPr>
          <a:xfrm flipH="1" rot="1236882">
            <a:off x="7680459" y="103396"/>
            <a:ext cx="2374143" cy="280590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flipH="1">
            <a:off x="8516333" y="-485412"/>
            <a:ext cx="2293271" cy="2585072"/>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rot="-1315565">
            <a:off x="-1005022" y="-481925"/>
            <a:ext cx="2374167" cy="280593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txBox="1"/>
          <p:nvPr>
            <p:ph type="title"/>
          </p:nvPr>
        </p:nvSpPr>
        <p:spPr>
          <a:xfrm>
            <a:off x="720000" y="3312975"/>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28" name="Google Shape;128;p20"/>
          <p:cNvSpPr txBox="1"/>
          <p:nvPr>
            <p:ph idx="1" type="subTitle"/>
          </p:nvPr>
        </p:nvSpPr>
        <p:spPr>
          <a:xfrm>
            <a:off x="720000" y="3718550"/>
            <a:ext cx="2175300" cy="86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9" name="Google Shape;129;p20"/>
          <p:cNvSpPr txBox="1"/>
          <p:nvPr>
            <p:ph idx="2" type="title"/>
          </p:nvPr>
        </p:nvSpPr>
        <p:spPr>
          <a:xfrm>
            <a:off x="3484419" y="18756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0" name="Google Shape;130;p20"/>
          <p:cNvSpPr txBox="1"/>
          <p:nvPr>
            <p:ph idx="3" type="subTitle"/>
          </p:nvPr>
        </p:nvSpPr>
        <p:spPr>
          <a:xfrm>
            <a:off x="3484421" y="2269788"/>
            <a:ext cx="2175300" cy="86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1" name="Google Shape;131;p20"/>
          <p:cNvSpPr txBox="1"/>
          <p:nvPr>
            <p:ph idx="4" type="title"/>
          </p:nvPr>
        </p:nvSpPr>
        <p:spPr>
          <a:xfrm>
            <a:off x="6255596" y="3335775"/>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2" name="Google Shape;132;p20"/>
          <p:cNvSpPr txBox="1"/>
          <p:nvPr>
            <p:ph idx="5" type="subTitle"/>
          </p:nvPr>
        </p:nvSpPr>
        <p:spPr>
          <a:xfrm>
            <a:off x="6255599" y="3718550"/>
            <a:ext cx="2175300" cy="86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3" name="Google Shape;133;p20"/>
          <p:cNvSpPr txBox="1"/>
          <p:nvPr>
            <p:ph idx="6"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34" name="Shape 134"/>
        <p:cNvGrpSpPr/>
        <p:nvPr/>
      </p:nvGrpSpPr>
      <p:grpSpPr>
        <a:xfrm>
          <a:off x="0" y="0"/>
          <a:ext cx="0" cy="0"/>
          <a:chOff x="0" y="0"/>
          <a:chExt cx="0" cy="0"/>
        </a:xfrm>
      </p:grpSpPr>
      <p:sp>
        <p:nvSpPr>
          <p:cNvPr id="135" name="Google Shape;135;p21"/>
          <p:cNvSpPr/>
          <p:nvPr/>
        </p:nvSpPr>
        <p:spPr>
          <a:xfrm flipH="1">
            <a:off x="8252620" y="-928356"/>
            <a:ext cx="1245003" cy="3181217"/>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1"/>
          <p:cNvSpPr/>
          <p:nvPr/>
        </p:nvSpPr>
        <p:spPr>
          <a:xfrm rot="-844789">
            <a:off x="8256274" y="-340789"/>
            <a:ext cx="1031065" cy="343335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1"/>
          <p:cNvSpPr/>
          <p:nvPr/>
        </p:nvSpPr>
        <p:spPr>
          <a:xfrm>
            <a:off x="-263905" y="-1215306"/>
            <a:ext cx="1245003" cy="3181217"/>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txBox="1"/>
          <p:nvPr>
            <p:ph type="title"/>
          </p:nvPr>
        </p:nvSpPr>
        <p:spPr>
          <a:xfrm>
            <a:off x="1323370" y="129759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9" name="Google Shape;139;p21"/>
          <p:cNvSpPr txBox="1"/>
          <p:nvPr>
            <p:ph idx="1" type="subTitle"/>
          </p:nvPr>
        </p:nvSpPr>
        <p:spPr>
          <a:xfrm>
            <a:off x="1323370" y="174910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0" name="Google Shape;140;p21"/>
          <p:cNvSpPr txBox="1"/>
          <p:nvPr>
            <p:ph idx="2"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1" name="Google Shape;141;p21"/>
          <p:cNvSpPr txBox="1"/>
          <p:nvPr>
            <p:ph idx="3" type="title"/>
          </p:nvPr>
        </p:nvSpPr>
        <p:spPr>
          <a:xfrm>
            <a:off x="1323370" y="2422722"/>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2" name="Google Shape;142;p21"/>
          <p:cNvSpPr txBox="1"/>
          <p:nvPr>
            <p:ph idx="4" type="subTitle"/>
          </p:nvPr>
        </p:nvSpPr>
        <p:spPr>
          <a:xfrm>
            <a:off x="1323370" y="2874231"/>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3" name="Google Shape;143;p21"/>
          <p:cNvSpPr txBox="1"/>
          <p:nvPr>
            <p:ph idx="5" type="title"/>
          </p:nvPr>
        </p:nvSpPr>
        <p:spPr>
          <a:xfrm>
            <a:off x="1323370" y="354784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4" name="Google Shape;144;p21"/>
          <p:cNvSpPr txBox="1"/>
          <p:nvPr>
            <p:ph idx="6" type="subTitle"/>
          </p:nvPr>
        </p:nvSpPr>
        <p:spPr>
          <a:xfrm>
            <a:off x="1323370" y="399935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2">
    <p:spTree>
      <p:nvGrpSpPr>
        <p:cNvPr id="145" name="Shape 145"/>
        <p:cNvGrpSpPr/>
        <p:nvPr/>
      </p:nvGrpSpPr>
      <p:grpSpPr>
        <a:xfrm>
          <a:off x="0" y="0"/>
          <a:ext cx="0" cy="0"/>
          <a:chOff x="0" y="0"/>
          <a:chExt cx="0" cy="0"/>
        </a:xfrm>
      </p:grpSpPr>
      <p:sp>
        <p:nvSpPr>
          <p:cNvPr id="146" name="Google Shape;146;p22"/>
          <p:cNvSpPr/>
          <p:nvPr/>
        </p:nvSpPr>
        <p:spPr>
          <a:xfrm rot="-240488">
            <a:off x="-424134" y="-626662"/>
            <a:ext cx="1244966" cy="3296515"/>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flipH="1" rot="758190">
            <a:off x="-566166" y="-1075222"/>
            <a:ext cx="1031062" cy="3132328"/>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2"/>
          <p:cNvSpPr/>
          <p:nvPr/>
        </p:nvSpPr>
        <p:spPr>
          <a:xfrm>
            <a:off x="8371800" y="-4667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2"/>
          <p:cNvSpPr txBox="1"/>
          <p:nvPr>
            <p:ph type="title"/>
          </p:nvPr>
        </p:nvSpPr>
        <p:spPr>
          <a:xfrm>
            <a:off x="868975" y="17080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0" name="Google Shape;150;p22"/>
          <p:cNvSpPr txBox="1"/>
          <p:nvPr>
            <p:ph idx="1" type="subTitle"/>
          </p:nvPr>
        </p:nvSpPr>
        <p:spPr>
          <a:xfrm>
            <a:off x="830575" y="2630725"/>
            <a:ext cx="2252100" cy="118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1" name="Google Shape;151;p22"/>
          <p:cNvSpPr txBox="1"/>
          <p:nvPr>
            <p:ph idx="2" type="title"/>
          </p:nvPr>
        </p:nvSpPr>
        <p:spPr>
          <a:xfrm>
            <a:off x="3484350" y="17080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2" name="Google Shape;152;p22"/>
          <p:cNvSpPr txBox="1"/>
          <p:nvPr>
            <p:ph idx="3" type="subTitle"/>
          </p:nvPr>
        </p:nvSpPr>
        <p:spPr>
          <a:xfrm>
            <a:off x="3445950" y="2630725"/>
            <a:ext cx="2252100" cy="118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3" name="Google Shape;153;p22"/>
          <p:cNvSpPr txBox="1"/>
          <p:nvPr>
            <p:ph idx="4" type="title"/>
          </p:nvPr>
        </p:nvSpPr>
        <p:spPr>
          <a:xfrm>
            <a:off x="6099725" y="17080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4" name="Google Shape;154;p22"/>
          <p:cNvSpPr txBox="1"/>
          <p:nvPr>
            <p:ph idx="5" type="subTitle"/>
          </p:nvPr>
        </p:nvSpPr>
        <p:spPr>
          <a:xfrm>
            <a:off x="6061325" y="2630725"/>
            <a:ext cx="2252100" cy="118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5" name="Google Shape;155;p22"/>
          <p:cNvSpPr txBox="1"/>
          <p:nvPr>
            <p:ph idx="6"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56" name="Shape 156"/>
        <p:cNvGrpSpPr/>
        <p:nvPr/>
      </p:nvGrpSpPr>
      <p:grpSpPr>
        <a:xfrm>
          <a:off x="0" y="0"/>
          <a:ext cx="0" cy="0"/>
          <a:chOff x="0" y="0"/>
          <a:chExt cx="0" cy="0"/>
        </a:xfrm>
      </p:grpSpPr>
      <p:sp>
        <p:nvSpPr>
          <p:cNvPr id="157" name="Google Shape;157;p23"/>
          <p:cNvSpPr/>
          <p:nvPr/>
        </p:nvSpPr>
        <p:spPr>
          <a:xfrm rot="784685">
            <a:off x="-410359" y="-8974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flipH="1" rot="1783285">
            <a:off x="-385508" y="-13956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8448000" y="-7715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txBox="1"/>
          <p:nvPr>
            <p:ph type="title"/>
          </p:nvPr>
        </p:nvSpPr>
        <p:spPr>
          <a:xfrm>
            <a:off x="713100" y="1559953"/>
            <a:ext cx="2311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1" name="Google Shape;161;p23"/>
          <p:cNvSpPr txBox="1"/>
          <p:nvPr>
            <p:ph idx="1" type="subTitle"/>
          </p:nvPr>
        </p:nvSpPr>
        <p:spPr>
          <a:xfrm>
            <a:off x="1046700" y="1994078"/>
            <a:ext cx="1978200" cy="665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2" name="Google Shape;162;p23"/>
          <p:cNvSpPr txBox="1"/>
          <p:nvPr>
            <p:ph idx="2" type="title"/>
          </p:nvPr>
        </p:nvSpPr>
        <p:spPr>
          <a:xfrm>
            <a:off x="6112200" y="1559953"/>
            <a:ext cx="2311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3" name="Google Shape;163;p23"/>
          <p:cNvSpPr txBox="1"/>
          <p:nvPr>
            <p:ph idx="3" type="subTitle"/>
          </p:nvPr>
        </p:nvSpPr>
        <p:spPr>
          <a:xfrm>
            <a:off x="6112200" y="1994078"/>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4" name="Google Shape;164;p23"/>
          <p:cNvSpPr txBox="1"/>
          <p:nvPr>
            <p:ph idx="4" type="title"/>
          </p:nvPr>
        </p:nvSpPr>
        <p:spPr>
          <a:xfrm>
            <a:off x="713100" y="2994163"/>
            <a:ext cx="2311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 name="Google Shape;165;p23"/>
          <p:cNvSpPr txBox="1"/>
          <p:nvPr>
            <p:ph idx="5" type="subTitle"/>
          </p:nvPr>
        </p:nvSpPr>
        <p:spPr>
          <a:xfrm>
            <a:off x="1046700" y="3428288"/>
            <a:ext cx="1978200" cy="665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6" name="Google Shape;166;p23"/>
          <p:cNvSpPr txBox="1"/>
          <p:nvPr>
            <p:ph idx="6" type="title"/>
          </p:nvPr>
        </p:nvSpPr>
        <p:spPr>
          <a:xfrm>
            <a:off x="6112200" y="2994163"/>
            <a:ext cx="2311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7" name="Google Shape;167;p23"/>
          <p:cNvSpPr txBox="1"/>
          <p:nvPr>
            <p:ph idx="7" type="subTitle"/>
          </p:nvPr>
        </p:nvSpPr>
        <p:spPr>
          <a:xfrm>
            <a:off x="6112200" y="3428288"/>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8" name="Google Shape;168;p23"/>
          <p:cNvSpPr txBox="1"/>
          <p:nvPr>
            <p:ph idx="8"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169" name="Shape 169"/>
        <p:cNvGrpSpPr/>
        <p:nvPr/>
      </p:nvGrpSpPr>
      <p:grpSpPr>
        <a:xfrm>
          <a:off x="0" y="0"/>
          <a:ext cx="0" cy="0"/>
          <a:chOff x="0" y="0"/>
          <a:chExt cx="0" cy="0"/>
        </a:xfrm>
      </p:grpSpPr>
      <p:sp>
        <p:nvSpPr>
          <p:cNvPr id="170" name="Google Shape;170;p24"/>
          <p:cNvSpPr/>
          <p:nvPr/>
        </p:nvSpPr>
        <p:spPr>
          <a:xfrm rot="784685">
            <a:off x="-257959" y="-8974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4"/>
          <p:cNvSpPr/>
          <p:nvPr/>
        </p:nvSpPr>
        <p:spPr>
          <a:xfrm flipH="1" rot="1783285">
            <a:off x="-461708" y="-13194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4"/>
          <p:cNvSpPr/>
          <p:nvPr/>
        </p:nvSpPr>
        <p:spPr>
          <a:xfrm rot="-593063">
            <a:off x="8066979" y="-555017"/>
            <a:ext cx="1214363" cy="4636379"/>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4"/>
          <p:cNvSpPr txBox="1"/>
          <p:nvPr>
            <p:ph type="title"/>
          </p:nvPr>
        </p:nvSpPr>
        <p:spPr>
          <a:xfrm>
            <a:off x="1872622" y="16182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74" name="Google Shape;174;p24"/>
          <p:cNvSpPr txBox="1"/>
          <p:nvPr>
            <p:ph idx="1" type="subTitle"/>
          </p:nvPr>
        </p:nvSpPr>
        <p:spPr>
          <a:xfrm>
            <a:off x="1872622" y="20654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5" name="Google Shape;175;p24"/>
          <p:cNvSpPr txBox="1"/>
          <p:nvPr>
            <p:ph idx="2" type="title"/>
          </p:nvPr>
        </p:nvSpPr>
        <p:spPr>
          <a:xfrm>
            <a:off x="5893580" y="16182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76" name="Google Shape;176;p24"/>
          <p:cNvSpPr txBox="1"/>
          <p:nvPr>
            <p:ph idx="3" type="subTitle"/>
          </p:nvPr>
        </p:nvSpPr>
        <p:spPr>
          <a:xfrm>
            <a:off x="5893576" y="20654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7" name="Google Shape;177;p24"/>
          <p:cNvSpPr txBox="1"/>
          <p:nvPr>
            <p:ph idx="4" type="title"/>
          </p:nvPr>
        </p:nvSpPr>
        <p:spPr>
          <a:xfrm>
            <a:off x="1872622" y="30516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78" name="Google Shape;178;p24"/>
          <p:cNvSpPr txBox="1"/>
          <p:nvPr>
            <p:ph idx="5" type="subTitle"/>
          </p:nvPr>
        </p:nvSpPr>
        <p:spPr>
          <a:xfrm>
            <a:off x="1872622" y="34988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9" name="Google Shape;179;p24"/>
          <p:cNvSpPr txBox="1"/>
          <p:nvPr>
            <p:ph idx="6" type="title"/>
          </p:nvPr>
        </p:nvSpPr>
        <p:spPr>
          <a:xfrm>
            <a:off x="5893580" y="30516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80" name="Google Shape;180;p24"/>
          <p:cNvSpPr txBox="1"/>
          <p:nvPr>
            <p:ph idx="7" type="subTitle"/>
          </p:nvPr>
        </p:nvSpPr>
        <p:spPr>
          <a:xfrm>
            <a:off x="5893576" y="34988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81" name="Google Shape;181;p24"/>
          <p:cNvSpPr txBox="1"/>
          <p:nvPr>
            <p:ph idx="8"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2" name="Shape 182"/>
        <p:cNvGrpSpPr/>
        <p:nvPr/>
      </p:nvGrpSpPr>
      <p:grpSpPr>
        <a:xfrm>
          <a:off x="0" y="0"/>
          <a:ext cx="0" cy="0"/>
          <a:chOff x="0" y="0"/>
          <a:chExt cx="0" cy="0"/>
        </a:xfrm>
      </p:grpSpPr>
      <p:sp>
        <p:nvSpPr>
          <p:cNvPr id="183" name="Google Shape;183;p25"/>
          <p:cNvSpPr/>
          <p:nvPr/>
        </p:nvSpPr>
        <p:spPr>
          <a:xfrm flipH="1">
            <a:off x="7692880" y="-288986"/>
            <a:ext cx="2374159" cy="280592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5"/>
          <p:cNvSpPr/>
          <p:nvPr/>
        </p:nvSpPr>
        <p:spPr>
          <a:xfrm flipH="1" rot="-2700000">
            <a:off x="8364443" y="-538691"/>
            <a:ext cx="1031034" cy="313224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5"/>
          <p:cNvSpPr/>
          <p:nvPr/>
        </p:nvSpPr>
        <p:spPr>
          <a:xfrm rot="-236223">
            <a:off x="-431802" y="-749425"/>
            <a:ext cx="1244962" cy="3296496"/>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5"/>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7" name="Google Shape;187;p25"/>
          <p:cNvSpPr txBox="1"/>
          <p:nvPr>
            <p:ph idx="2" type="title"/>
          </p:nvPr>
        </p:nvSpPr>
        <p:spPr>
          <a:xfrm>
            <a:off x="1286050" y="129759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5"/>
          <p:cNvSpPr txBox="1"/>
          <p:nvPr>
            <p:ph idx="1" type="subTitle"/>
          </p:nvPr>
        </p:nvSpPr>
        <p:spPr>
          <a:xfrm>
            <a:off x="1286050" y="174910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5"/>
          <p:cNvSpPr txBox="1"/>
          <p:nvPr>
            <p:ph idx="3" type="title"/>
          </p:nvPr>
        </p:nvSpPr>
        <p:spPr>
          <a:xfrm>
            <a:off x="1286050" y="2422722"/>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0" name="Google Shape;190;p25"/>
          <p:cNvSpPr txBox="1"/>
          <p:nvPr>
            <p:ph idx="4" type="subTitle"/>
          </p:nvPr>
        </p:nvSpPr>
        <p:spPr>
          <a:xfrm>
            <a:off x="1286050" y="2874231"/>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5"/>
          <p:cNvSpPr txBox="1"/>
          <p:nvPr>
            <p:ph idx="5" type="title"/>
          </p:nvPr>
        </p:nvSpPr>
        <p:spPr>
          <a:xfrm>
            <a:off x="1286050" y="354784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2" name="Google Shape;192;p25"/>
          <p:cNvSpPr txBox="1"/>
          <p:nvPr>
            <p:ph idx="6" type="subTitle"/>
          </p:nvPr>
        </p:nvSpPr>
        <p:spPr>
          <a:xfrm>
            <a:off x="1286050" y="399935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3" name="Google Shape;193;p25"/>
          <p:cNvSpPr txBox="1"/>
          <p:nvPr>
            <p:ph idx="7" type="title"/>
          </p:nvPr>
        </p:nvSpPr>
        <p:spPr>
          <a:xfrm>
            <a:off x="5682650" y="1297597"/>
            <a:ext cx="2175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4" name="Google Shape;194;p25"/>
          <p:cNvSpPr txBox="1"/>
          <p:nvPr>
            <p:ph idx="8" type="subTitle"/>
          </p:nvPr>
        </p:nvSpPr>
        <p:spPr>
          <a:xfrm>
            <a:off x="5682650" y="1749106"/>
            <a:ext cx="2175300" cy="60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5" name="Google Shape;195;p25"/>
          <p:cNvSpPr txBox="1"/>
          <p:nvPr>
            <p:ph idx="9" type="title"/>
          </p:nvPr>
        </p:nvSpPr>
        <p:spPr>
          <a:xfrm>
            <a:off x="5682650" y="2422722"/>
            <a:ext cx="2175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6" name="Google Shape;196;p25"/>
          <p:cNvSpPr txBox="1"/>
          <p:nvPr>
            <p:ph idx="13" type="subTitle"/>
          </p:nvPr>
        </p:nvSpPr>
        <p:spPr>
          <a:xfrm>
            <a:off x="5682650" y="2874231"/>
            <a:ext cx="2175300" cy="60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7" name="Google Shape;197;p25"/>
          <p:cNvSpPr txBox="1"/>
          <p:nvPr>
            <p:ph idx="14" type="title"/>
          </p:nvPr>
        </p:nvSpPr>
        <p:spPr>
          <a:xfrm>
            <a:off x="5682650" y="3547847"/>
            <a:ext cx="2175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8" name="Google Shape;198;p25"/>
          <p:cNvSpPr txBox="1"/>
          <p:nvPr>
            <p:ph idx="15" type="subTitle"/>
          </p:nvPr>
        </p:nvSpPr>
        <p:spPr>
          <a:xfrm>
            <a:off x="5682650" y="3999356"/>
            <a:ext cx="2175300" cy="60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99" name="Shape 199"/>
        <p:cNvGrpSpPr/>
        <p:nvPr/>
      </p:nvGrpSpPr>
      <p:grpSpPr>
        <a:xfrm>
          <a:off x="0" y="0"/>
          <a:ext cx="0" cy="0"/>
          <a:chOff x="0" y="0"/>
          <a:chExt cx="0" cy="0"/>
        </a:xfrm>
      </p:grpSpPr>
      <p:sp>
        <p:nvSpPr>
          <p:cNvPr id="200" name="Google Shape;200;p26"/>
          <p:cNvSpPr txBox="1"/>
          <p:nvPr>
            <p:ph hasCustomPrompt="1" type="title"/>
          </p:nvPr>
        </p:nvSpPr>
        <p:spPr>
          <a:xfrm>
            <a:off x="2223600" y="670225"/>
            <a:ext cx="46968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1" name="Google Shape;201;p26"/>
          <p:cNvSpPr txBox="1"/>
          <p:nvPr>
            <p:ph idx="1" type="subTitle"/>
          </p:nvPr>
        </p:nvSpPr>
        <p:spPr>
          <a:xfrm>
            <a:off x="2223600" y="1234825"/>
            <a:ext cx="4696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02" name="Google Shape;202;p26"/>
          <p:cNvSpPr txBox="1"/>
          <p:nvPr>
            <p:ph hasCustomPrompt="1" idx="2" type="title"/>
          </p:nvPr>
        </p:nvSpPr>
        <p:spPr>
          <a:xfrm>
            <a:off x="2223600" y="1954311"/>
            <a:ext cx="46968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3" name="Google Shape;203;p26"/>
          <p:cNvSpPr txBox="1"/>
          <p:nvPr>
            <p:ph idx="3" type="subTitle"/>
          </p:nvPr>
        </p:nvSpPr>
        <p:spPr>
          <a:xfrm>
            <a:off x="2223600" y="2554644"/>
            <a:ext cx="4696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04" name="Google Shape;204;p26"/>
          <p:cNvSpPr txBox="1"/>
          <p:nvPr>
            <p:ph hasCustomPrompt="1" idx="4" type="title"/>
          </p:nvPr>
        </p:nvSpPr>
        <p:spPr>
          <a:xfrm>
            <a:off x="2223600" y="3265638"/>
            <a:ext cx="46968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5" name="Google Shape;205;p26"/>
          <p:cNvSpPr txBox="1"/>
          <p:nvPr>
            <p:ph idx="5" type="subTitle"/>
          </p:nvPr>
        </p:nvSpPr>
        <p:spPr>
          <a:xfrm>
            <a:off x="2223600" y="3874463"/>
            <a:ext cx="4696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06" name="Google Shape;206;p26"/>
          <p:cNvSpPr/>
          <p:nvPr/>
        </p:nvSpPr>
        <p:spPr>
          <a:xfrm flipH="1" rot="-1103675">
            <a:off x="8084800" y="-611819"/>
            <a:ext cx="1245021" cy="318126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6"/>
          <p:cNvSpPr/>
          <p:nvPr/>
        </p:nvSpPr>
        <p:spPr>
          <a:xfrm>
            <a:off x="8322223" y="-561604"/>
            <a:ext cx="2074359" cy="2202022"/>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6"/>
          <p:cNvSpPr/>
          <p:nvPr/>
        </p:nvSpPr>
        <p:spPr>
          <a:xfrm flipH="1" rot="1040920">
            <a:off x="-826208" y="-506959"/>
            <a:ext cx="2074408" cy="220207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09" name="Shape 209"/>
        <p:cNvGrpSpPr/>
        <p:nvPr/>
      </p:nvGrpSpPr>
      <p:grpSpPr>
        <a:xfrm>
          <a:off x="0" y="0"/>
          <a:ext cx="0" cy="0"/>
          <a:chOff x="0" y="0"/>
          <a:chExt cx="0" cy="0"/>
        </a:xfrm>
      </p:grpSpPr>
      <p:sp>
        <p:nvSpPr>
          <p:cNvPr id="210" name="Google Shape;210;p27"/>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1" name="Google Shape;211;p27"/>
          <p:cNvSpPr/>
          <p:nvPr/>
        </p:nvSpPr>
        <p:spPr>
          <a:xfrm flipH="1">
            <a:off x="7692880" y="-288986"/>
            <a:ext cx="2374159" cy="280592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flipH="1" rot="-2700000">
            <a:off x="8364443" y="-538691"/>
            <a:ext cx="1031034" cy="313224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rot="-236223">
            <a:off x="-431802" y="-749425"/>
            <a:ext cx="1244962" cy="3296496"/>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14" name="Shape 214"/>
        <p:cNvGrpSpPr/>
        <p:nvPr/>
      </p:nvGrpSpPr>
      <p:grpSpPr>
        <a:xfrm>
          <a:off x="0" y="0"/>
          <a:ext cx="0" cy="0"/>
          <a:chOff x="0" y="0"/>
          <a:chExt cx="0" cy="0"/>
        </a:xfrm>
      </p:grpSpPr>
      <p:sp>
        <p:nvSpPr>
          <p:cNvPr id="215" name="Google Shape;215;p28"/>
          <p:cNvSpPr/>
          <p:nvPr/>
        </p:nvSpPr>
        <p:spPr>
          <a:xfrm flipH="1">
            <a:off x="7874419" y="-137976"/>
            <a:ext cx="2481131" cy="294392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rot="2700000">
            <a:off x="94776" y="-643730"/>
            <a:ext cx="1031034" cy="313224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8576741" y="-658300"/>
            <a:ext cx="1031060" cy="313232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txBox="1"/>
          <p:nvPr>
            <p:ph type="title"/>
          </p:nvPr>
        </p:nvSpPr>
        <p:spPr>
          <a:xfrm>
            <a:off x="720000" y="375287"/>
            <a:ext cx="4294800" cy="8730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9" name="Google Shape;219;p28"/>
          <p:cNvSpPr txBox="1"/>
          <p:nvPr>
            <p:ph idx="1" type="subTitle"/>
          </p:nvPr>
        </p:nvSpPr>
        <p:spPr>
          <a:xfrm>
            <a:off x="713100" y="1394019"/>
            <a:ext cx="3434700" cy="1426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0" name="Google Shape;220;p28"/>
          <p:cNvSpPr txBox="1"/>
          <p:nvPr/>
        </p:nvSpPr>
        <p:spPr>
          <a:xfrm>
            <a:off x="720000" y="2966252"/>
            <a:ext cx="37728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Nunito"/>
                <a:ea typeface="Nunito"/>
                <a:cs typeface="Nunito"/>
                <a:sym typeface="Nunito"/>
              </a:rPr>
              <a:t>CREDITS: This presentation template was created by </a:t>
            </a:r>
            <a:r>
              <a:rPr lang="en" sz="1000">
                <a:solidFill>
                  <a:schemeClr val="dk1"/>
                </a:solidFill>
                <a:uFill>
                  <a:noFill/>
                </a:uFill>
                <a:latin typeface="Nunito"/>
                <a:ea typeface="Nunito"/>
                <a:cs typeface="Nunito"/>
                <a:sym typeface="Nunito"/>
                <a:hlinkClick r:id="rId2">
                  <a:extLst>
                    <a:ext uri="{A12FA001-AC4F-418D-AE19-62706E023703}">
                      <ahyp:hlinkClr val="tx"/>
                    </a:ext>
                  </a:extLst>
                </a:hlinkClick>
              </a:rPr>
              <a:t>Slidesgo</a:t>
            </a:r>
            <a:r>
              <a:rPr lang="en" sz="1000">
                <a:solidFill>
                  <a:schemeClr val="dk1"/>
                </a:solidFill>
                <a:latin typeface="Nunito"/>
                <a:ea typeface="Nunito"/>
                <a:cs typeface="Nunito"/>
                <a:sym typeface="Nunito"/>
              </a:rPr>
              <a:t>, including icons by </a:t>
            </a:r>
            <a:r>
              <a:rPr lang="en" sz="1000">
                <a:solidFill>
                  <a:schemeClr val="dk1"/>
                </a:solidFill>
                <a:uFill>
                  <a:noFill/>
                </a:uFill>
                <a:latin typeface="Nunito"/>
                <a:ea typeface="Nunito"/>
                <a:cs typeface="Nunito"/>
                <a:sym typeface="Nunito"/>
                <a:hlinkClick r:id="rId3">
                  <a:extLst>
                    <a:ext uri="{A12FA001-AC4F-418D-AE19-62706E023703}">
                      <ahyp:hlinkClr val="tx"/>
                    </a:ext>
                  </a:extLst>
                </a:hlinkClick>
              </a:rPr>
              <a:t>Flaticon</a:t>
            </a:r>
            <a:r>
              <a:rPr lang="en" sz="1000">
                <a:solidFill>
                  <a:schemeClr val="dk1"/>
                </a:solidFill>
                <a:latin typeface="Nunito"/>
                <a:ea typeface="Nunito"/>
                <a:cs typeface="Nunito"/>
                <a:sym typeface="Nunito"/>
              </a:rPr>
              <a:t> &amp; images by </a:t>
            </a:r>
            <a:r>
              <a:rPr lang="en" sz="1000">
                <a:solidFill>
                  <a:schemeClr val="dk1"/>
                </a:solidFill>
                <a:uFill>
                  <a:noFill/>
                </a:uFill>
                <a:latin typeface="Nunito"/>
                <a:ea typeface="Nunito"/>
                <a:cs typeface="Nunito"/>
                <a:sym typeface="Nunito"/>
                <a:hlinkClick r:id="rId4">
                  <a:extLst>
                    <a:ext uri="{A12FA001-AC4F-418D-AE19-62706E023703}">
                      <ahyp:hlinkClr val="tx"/>
                    </a:ext>
                  </a:extLst>
                </a:hlinkClick>
              </a:rPr>
              <a:t>Freepik</a:t>
            </a:r>
            <a:endParaRPr sz="1000">
              <a:solidFill>
                <a:schemeClr val="dk1"/>
              </a:solidFill>
              <a:highlight>
                <a:srgbClr val="DFDEFC"/>
              </a:highlight>
              <a:latin typeface="Nunito"/>
              <a:ea typeface="Nunito"/>
              <a:cs typeface="Nunito"/>
              <a:sym typeface="Nunit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1" name="Shape 2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1pPr>
            <a:lvl2pPr lvl="1"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7.jp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hyperlink" Target="https://www.apa.org/education-career/guide/science" TargetMode="External"/><Relationship Id="rId4" Type="http://schemas.openxmlformats.org/officeDocument/2006/relationships/hyperlink" Target="https://www.alliant.edu/blog/psychology-and-technology-current-trends-shaping-our-world#:~:text=Technology%20is%20impacting%20psychology%20in%20many%20ways:,symptoms%20and%20diagnoses%20*%20Deliver%20treatment%20options" TargetMode="External"/><Relationship Id="rId9" Type="http://schemas.openxmlformats.org/officeDocument/2006/relationships/hyperlink" Target="https://www.canvashealth.org/specialty-virtual-reality-vr-therapy/" TargetMode="External"/><Relationship Id="rId5" Type="http://schemas.openxmlformats.org/officeDocument/2006/relationships/hyperlink" Target="https://www.simplypsychology.org/neuroimaging.html" TargetMode="External"/><Relationship Id="rId6" Type="http://schemas.openxmlformats.org/officeDocument/2006/relationships/hyperlink" Target="https://www.calm.com/" TargetMode="External"/><Relationship Id="rId7" Type="http://schemas.openxmlformats.org/officeDocument/2006/relationships/hyperlink" Target="https://www.headspace.com/" TargetMode="External"/><Relationship Id="rId8" Type="http://schemas.openxmlformats.org/officeDocument/2006/relationships/hyperlink" Target="https://www.apaservices.org/practice/news/artificial-intelligence-psychologists-work"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ctrTitle"/>
          </p:nvPr>
        </p:nvSpPr>
        <p:spPr>
          <a:xfrm>
            <a:off x="713100" y="1481055"/>
            <a:ext cx="6816600" cy="241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Technology In Pyschology </a:t>
            </a:r>
            <a:endParaRPr/>
          </a:p>
        </p:txBody>
      </p:sp>
      <p:sp>
        <p:nvSpPr>
          <p:cNvPr id="227" name="Google Shape;227;p30"/>
          <p:cNvSpPr txBox="1"/>
          <p:nvPr>
            <p:ph idx="1" type="subTitle"/>
          </p:nvPr>
        </p:nvSpPr>
        <p:spPr>
          <a:xfrm>
            <a:off x="472825" y="4289188"/>
            <a:ext cx="45288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Michael Velez</a:t>
            </a:r>
            <a:endParaRPr/>
          </a:p>
        </p:txBody>
      </p:sp>
      <p:cxnSp>
        <p:nvCxnSpPr>
          <p:cNvPr id="228" name="Google Shape;228;p30"/>
          <p:cNvCxnSpPr>
            <a:endCxn id="229"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1"/>
          <p:cNvSpPr txBox="1"/>
          <p:nvPr>
            <p:ph type="title"/>
          </p:nvPr>
        </p:nvSpPr>
        <p:spPr>
          <a:xfrm>
            <a:off x="662550" y="521225"/>
            <a:ext cx="78189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a:t>Overview</a:t>
            </a:r>
            <a:endParaRPr b="0"/>
          </a:p>
        </p:txBody>
      </p:sp>
      <p:sp>
        <p:nvSpPr>
          <p:cNvPr id="235" name="Google Shape;235;p31"/>
          <p:cNvSpPr txBox="1"/>
          <p:nvPr>
            <p:ph idx="1" type="body"/>
          </p:nvPr>
        </p:nvSpPr>
        <p:spPr>
          <a:xfrm>
            <a:off x="328450" y="1156450"/>
            <a:ext cx="6541500" cy="3524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sz="1500">
                <a:solidFill>
                  <a:schemeClr val="dk1"/>
                </a:solidFill>
              </a:rPr>
              <a:t>What is Pyhscghology? The </a:t>
            </a:r>
            <a:r>
              <a:rPr lang="en" sz="1500">
                <a:solidFill>
                  <a:schemeClr val="dk1"/>
                </a:solidFill>
              </a:rPr>
              <a:t>scientific</a:t>
            </a:r>
            <a:r>
              <a:rPr lang="en" sz="1500">
                <a:solidFill>
                  <a:schemeClr val="dk1"/>
                </a:solidFill>
              </a:rPr>
              <a:t> study of the mind and behavior, aiming to understand, explain, and predict how people think, feel and act,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How is technology changing psychology?  With the use of technology now things like therapy and counseling can be done from your computer wherever you are. Also AI is helping diagnose patients and also help with note taking.</a:t>
            </a:r>
            <a:endParaRPr sz="1500">
              <a:solidFill>
                <a:schemeClr val="dk1"/>
              </a:solidFill>
            </a:endParaRPr>
          </a:p>
          <a:p>
            <a:pPr indent="0" lvl="0" marL="0" rtl="0" algn="l">
              <a:spcBef>
                <a:spcPts val="0"/>
              </a:spcBef>
              <a:spcAft>
                <a:spcPts val="0"/>
              </a:spcAft>
              <a:buNone/>
            </a:pPr>
            <a:r>
              <a:t/>
            </a:r>
            <a:endParaRPr sz="1500">
              <a:solidFill>
                <a:schemeClr val="dk1"/>
              </a:solidFill>
            </a:endParaRPr>
          </a:p>
          <a:p>
            <a:pPr indent="0" lvl="0" marL="0" rtl="0" algn="l">
              <a:spcBef>
                <a:spcPts val="0"/>
              </a:spcBef>
              <a:spcAft>
                <a:spcPts val="0"/>
              </a:spcAft>
              <a:buNone/>
            </a:pPr>
            <a:r>
              <a:rPr lang="en" sz="1500">
                <a:solidFill>
                  <a:schemeClr val="dk1"/>
                </a:solidFill>
              </a:rPr>
              <a:t>What I will be covering? Brain Imaging Therapy, Digital Apps, AI in physchology, Virtual Reality Therapy, Social Media &amp; Mental Health</a:t>
            </a:r>
            <a:endParaRPr sz="1500">
              <a:solidFill>
                <a:schemeClr val="dk1"/>
              </a:solidFill>
            </a:endParaRPr>
          </a:p>
        </p:txBody>
      </p:sp>
      <p:cxnSp>
        <p:nvCxnSpPr>
          <p:cNvPr id="236" name="Google Shape;236;p31"/>
          <p:cNvCxnSpPr>
            <a:endCxn id="237"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237" name="Google Shape;237;p31"/>
          <p:cNvSpPr txBox="1"/>
          <p:nvPr/>
        </p:nvSpPr>
        <p:spPr>
          <a:xfrm>
            <a:off x="6331500" y="4630647"/>
            <a:ext cx="2585400" cy="47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200">
              <a:solidFill>
                <a:schemeClr val="dk1"/>
              </a:solidFill>
              <a:latin typeface="Nunito"/>
              <a:ea typeface="Nunito"/>
              <a:cs typeface="Nunito"/>
              <a:sym typeface="Nunito"/>
            </a:endParaRPr>
          </a:p>
        </p:txBody>
      </p:sp>
      <p:pic>
        <p:nvPicPr>
          <p:cNvPr descr="What Is Applied Psychology &amp; Why Is It ..." id="238" name="Google Shape;238;p31"/>
          <p:cNvPicPr preferRelativeResize="0"/>
          <p:nvPr/>
        </p:nvPicPr>
        <p:blipFill>
          <a:blip r:embed="rId3">
            <a:alphaModFix/>
          </a:blip>
          <a:stretch>
            <a:fillRect/>
          </a:stretch>
        </p:blipFill>
        <p:spPr>
          <a:xfrm>
            <a:off x="6777975" y="1834225"/>
            <a:ext cx="2331450" cy="1605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547625" y="-97900"/>
            <a:ext cx="6329400" cy="1964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5000"/>
              <a:t>Brain Imaging Technology </a:t>
            </a:r>
            <a:endParaRPr sz="5000"/>
          </a:p>
        </p:txBody>
      </p:sp>
      <p:cxnSp>
        <p:nvCxnSpPr>
          <p:cNvPr id="244" name="Google Shape;244;p32"/>
          <p:cNvCxnSpPr>
            <a:endCxn id="245"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246" name="Google Shape;246;p32"/>
          <p:cNvSpPr txBox="1"/>
          <p:nvPr/>
        </p:nvSpPr>
        <p:spPr>
          <a:xfrm>
            <a:off x="669475" y="2255850"/>
            <a:ext cx="7266300" cy="2612700"/>
          </a:xfrm>
          <a:prstGeom prst="rect">
            <a:avLst/>
          </a:prstGeom>
          <a:noFill/>
          <a:ln>
            <a:noFill/>
          </a:ln>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solidFill>
                  <a:schemeClr val="dk1"/>
                </a:solidFill>
                <a:latin typeface="Nunito"/>
                <a:ea typeface="Nunito"/>
                <a:cs typeface="Nunito"/>
                <a:sym typeface="Nunito"/>
              </a:rPr>
              <a:t>What does it do? </a:t>
            </a:r>
            <a:r>
              <a:rPr lang="en">
                <a:solidFill>
                  <a:schemeClr val="dk1"/>
                </a:solidFill>
                <a:latin typeface="Nunito"/>
                <a:ea typeface="Nunito"/>
                <a:cs typeface="Nunito"/>
                <a:sym typeface="Nunito"/>
              </a:rPr>
              <a:t>Neuroimaging</a:t>
            </a:r>
            <a:r>
              <a:rPr lang="en">
                <a:solidFill>
                  <a:schemeClr val="dk1"/>
                </a:solidFill>
                <a:latin typeface="Nunito"/>
                <a:ea typeface="Nunito"/>
                <a:cs typeface="Nunito"/>
                <a:sym typeface="Nunito"/>
              </a:rPr>
              <a:t> helps with finding out the differences in brain </a:t>
            </a:r>
            <a:r>
              <a:rPr lang="en">
                <a:solidFill>
                  <a:schemeClr val="dk1"/>
                </a:solidFill>
                <a:latin typeface="Nunito"/>
                <a:ea typeface="Nunito"/>
                <a:cs typeface="Nunito"/>
                <a:sym typeface="Nunito"/>
              </a:rPr>
              <a:t>structure</a:t>
            </a:r>
            <a:r>
              <a:rPr lang="en">
                <a:solidFill>
                  <a:schemeClr val="dk1"/>
                </a:solidFill>
                <a:latin typeface="Nunito"/>
                <a:ea typeface="Nunito"/>
                <a:cs typeface="Nunito"/>
                <a:sym typeface="Nunito"/>
              </a:rPr>
              <a:t> and helps diagnose brain injuries, tumors and disorders.</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EEG- A EEG records electrical activity in the brain using sensors placed on an individuals scalp</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-It is mostly used for watching over brain waves, sleep disorders, and also sometimes ADHD</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-Usually only takes 20-60 minutes </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p:txBody>
      </p:sp>
      <p:pic>
        <p:nvPicPr>
          <p:cNvPr descr="Electroencephalography EEG" id="247" name="Google Shape;247;p32" title="Neuroimaging: Brain Scanning Techniques In Psychology 3"/>
          <p:cNvPicPr preferRelativeResize="0"/>
          <p:nvPr/>
        </p:nvPicPr>
        <p:blipFill>
          <a:blip r:embed="rId3">
            <a:alphaModFix/>
          </a:blip>
          <a:stretch>
            <a:fillRect/>
          </a:stretch>
        </p:blipFill>
        <p:spPr>
          <a:xfrm>
            <a:off x="5143675" y="481700"/>
            <a:ext cx="2530750" cy="15920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3"/>
          <p:cNvSpPr txBox="1"/>
          <p:nvPr>
            <p:ph idx="15" type="title"/>
          </p:nvPr>
        </p:nvSpPr>
        <p:spPr>
          <a:xfrm>
            <a:off x="720000" y="521225"/>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Digital Mental Health Apps</a:t>
            </a:r>
            <a:endParaRPr/>
          </a:p>
        </p:txBody>
      </p:sp>
      <p:sp>
        <p:nvSpPr>
          <p:cNvPr id="253" name="Google Shape;253;p33"/>
          <p:cNvSpPr txBox="1"/>
          <p:nvPr>
            <p:ph idx="1" type="subTitle"/>
          </p:nvPr>
        </p:nvSpPr>
        <p:spPr>
          <a:xfrm>
            <a:off x="1134250" y="1302879"/>
            <a:ext cx="2486100" cy="66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Calm </a:t>
            </a:r>
            <a:endParaRPr/>
          </a:p>
        </p:txBody>
      </p:sp>
      <p:sp>
        <p:nvSpPr>
          <p:cNvPr id="254" name="Google Shape;254;p33"/>
          <p:cNvSpPr txBox="1"/>
          <p:nvPr>
            <p:ph idx="2" type="subTitle"/>
          </p:nvPr>
        </p:nvSpPr>
        <p:spPr>
          <a:xfrm>
            <a:off x="342875" y="2246550"/>
            <a:ext cx="4253700" cy="26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-Calm  is an app </a:t>
            </a:r>
            <a:r>
              <a:rPr lang="en"/>
              <a:t>designed to help with mental health by providing guided sessions to improve mental health and focuses on meditation, sleep and relaxation.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-It offers things like breathing excersies, calming music, and also even bed time stories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-Has around 4.5 million active paying subscribers</a:t>
            </a:r>
            <a:endParaRPr/>
          </a:p>
        </p:txBody>
      </p:sp>
      <p:sp>
        <p:nvSpPr>
          <p:cNvPr id="255" name="Google Shape;255;p33"/>
          <p:cNvSpPr txBox="1"/>
          <p:nvPr>
            <p:ph type="title"/>
          </p:nvPr>
        </p:nvSpPr>
        <p:spPr>
          <a:xfrm>
            <a:off x="442400" y="1412097"/>
            <a:ext cx="798900" cy="357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01.</a:t>
            </a:r>
            <a:endParaRPr/>
          </a:p>
        </p:txBody>
      </p:sp>
      <p:sp>
        <p:nvSpPr>
          <p:cNvPr id="256" name="Google Shape;256;p33"/>
          <p:cNvSpPr txBox="1"/>
          <p:nvPr>
            <p:ph idx="6" type="subTitle"/>
          </p:nvPr>
        </p:nvSpPr>
        <p:spPr>
          <a:xfrm>
            <a:off x="5544775" y="1272317"/>
            <a:ext cx="2486100" cy="66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Headspace</a:t>
            </a:r>
            <a:endParaRPr/>
          </a:p>
        </p:txBody>
      </p:sp>
      <p:sp>
        <p:nvSpPr>
          <p:cNvPr id="257" name="Google Shape;257;p33"/>
          <p:cNvSpPr txBox="1"/>
          <p:nvPr>
            <p:ph idx="7" type="subTitle"/>
          </p:nvPr>
        </p:nvSpPr>
        <p:spPr>
          <a:xfrm>
            <a:off x="5298625" y="2119125"/>
            <a:ext cx="3706500" cy="2622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-Headspace is also an app </a:t>
            </a:r>
            <a:r>
              <a:rPr lang="en"/>
              <a:t>designs</a:t>
            </a:r>
            <a:r>
              <a:rPr lang="en"/>
              <a:t> to help with mental health which also provides guided mediations, sleeping podcast, yoga excerises and more.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-Many users use the 3 minute sessions to help with stress, </a:t>
            </a:r>
            <a:r>
              <a:rPr lang="en"/>
              <a:t>anxiety, and to become more focused.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-Has over 100 million users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258" name="Google Shape;258;p33"/>
          <p:cNvSpPr txBox="1"/>
          <p:nvPr>
            <p:ph idx="8" type="title"/>
          </p:nvPr>
        </p:nvSpPr>
        <p:spPr>
          <a:xfrm>
            <a:off x="4629240" y="1427585"/>
            <a:ext cx="989700" cy="357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02.</a:t>
            </a:r>
            <a:endParaRPr/>
          </a:p>
        </p:txBody>
      </p:sp>
      <p:cxnSp>
        <p:nvCxnSpPr>
          <p:cNvPr id="259" name="Google Shape;259;p33"/>
          <p:cNvCxnSpPr>
            <a:endCxn id="260"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pic>
        <p:nvPicPr>
          <p:cNvPr descr="Calm - Sleep, Meditate, Relax – Apps on ..." id="261" name="Google Shape;261;p33"/>
          <p:cNvPicPr preferRelativeResize="0"/>
          <p:nvPr/>
        </p:nvPicPr>
        <p:blipFill>
          <a:blip r:embed="rId3">
            <a:alphaModFix/>
          </a:blip>
          <a:stretch>
            <a:fillRect/>
          </a:stretch>
        </p:blipFill>
        <p:spPr>
          <a:xfrm>
            <a:off x="2109938" y="1220775"/>
            <a:ext cx="1240975" cy="831725"/>
          </a:xfrm>
          <a:prstGeom prst="rect">
            <a:avLst/>
          </a:prstGeom>
          <a:noFill/>
          <a:ln>
            <a:noFill/>
          </a:ln>
        </p:spPr>
      </p:pic>
      <p:pic>
        <p:nvPicPr>
          <p:cNvPr descr="Headspace - University Health Center" id="262" name="Google Shape;262;p33"/>
          <p:cNvPicPr preferRelativeResize="0"/>
          <p:nvPr/>
        </p:nvPicPr>
        <p:blipFill>
          <a:blip r:embed="rId4">
            <a:alphaModFix/>
          </a:blip>
          <a:stretch>
            <a:fillRect/>
          </a:stretch>
        </p:blipFill>
        <p:spPr>
          <a:xfrm>
            <a:off x="7176425" y="1190213"/>
            <a:ext cx="1110325" cy="8317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4"/>
          <p:cNvSpPr txBox="1"/>
          <p:nvPr>
            <p:ph idx="2" type="title"/>
          </p:nvPr>
        </p:nvSpPr>
        <p:spPr>
          <a:xfrm>
            <a:off x="973050" y="49000"/>
            <a:ext cx="5705400" cy="7914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sz="5000"/>
              <a:t>AI  in </a:t>
            </a:r>
            <a:r>
              <a:rPr lang="en" sz="5000"/>
              <a:t>psychology</a:t>
            </a:r>
            <a:r>
              <a:rPr lang="en" sz="5000"/>
              <a:t> </a:t>
            </a:r>
            <a:endParaRPr sz="5000"/>
          </a:p>
        </p:txBody>
      </p:sp>
      <p:cxnSp>
        <p:nvCxnSpPr>
          <p:cNvPr id="268" name="Google Shape;268;p34"/>
          <p:cNvCxnSpPr>
            <a:endCxn id="269"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270" name="Google Shape;270;p34"/>
          <p:cNvSpPr txBox="1"/>
          <p:nvPr/>
        </p:nvSpPr>
        <p:spPr>
          <a:xfrm>
            <a:off x="204075" y="1250225"/>
            <a:ext cx="5519100" cy="32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latin typeface="Nunito"/>
                <a:ea typeface="Nunito"/>
                <a:cs typeface="Nunito"/>
                <a:sym typeface="Nunito"/>
              </a:rPr>
              <a:t>-WIth the help of AI, now there is websites like Chatgpt and Claude where you can talk to a chatbot, to give you advice or even ways to improve your mental health</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-Lots of </a:t>
            </a:r>
            <a:r>
              <a:rPr lang="en">
                <a:solidFill>
                  <a:schemeClr val="dk1"/>
                </a:solidFill>
                <a:latin typeface="Nunito"/>
                <a:ea typeface="Nunito"/>
                <a:cs typeface="Nunito"/>
                <a:sym typeface="Nunito"/>
              </a:rPr>
              <a:t>psychologist</a:t>
            </a:r>
            <a:r>
              <a:rPr lang="en">
                <a:solidFill>
                  <a:schemeClr val="dk1"/>
                </a:solidFill>
                <a:latin typeface="Nunito"/>
                <a:ea typeface="Nunito"/>
                <a:cs typeface="Nunito"/>
                <a:sym typeface="Nunito"/>
              </a:rPr>
              <a:t> are using AI to help them take notes and to create plans for patients</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-Lots of </a:t>
            </a:r>
            <a:r>
              <a:rPr lang="en">
                <a:solidFill>
                  <a:schemeClr val="dk1"/>
                </a:solidFill>
                <a:latin typeface="Nunito"/>
                <a:ea typeface="Nunito"/>
                <a:cs typeface="Nunito"/>
                <a:sym typeface="Nunito"/>
              </a:rPr>
              <a:t>psychologist</a:t>
            </a:r>
            <a:r>
              <a:rPr lang="en">
                <a:solidFill>
                  <a:schemeClr val="dk1"/>
                </a:solidFill>
                <a:latin typeface="Nunito"/>
                <a:ea typeface="Nunito"/>
                <a:cs typeface="Nunito"/>
                <a:sym typeface="Nunito"/>
              </a:rPr>
              <a:t> really enjoy using AI to help them with the work overload especially to organize all of their work </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a:p>
            <a:pPr indent="0" lvl="0" marL="0" rtl="0" algn="l">
              <a:spcBef>
                <a:spcPts val="0"/>
              </a:spcBef>
              <a:spcAft>
                <a:spcPts val="0"/>
              </a:spcAft>
              <a:buNone/>
            </a:pPr>
            <a:r>
              <a:rPr lang="en">
                <a:solidFill>
                  <a:schemeClr val="dk1"/>
                </a:solidFill>
                <a:latin typeface="Nunito"/>
                <a:ea typeface="Nunito"/>
                <a:cs typeface="Nunito"/>
                <a:sym typeface="Nunito"/>
              </a:rPr>
              <a:t>Con: Using AI can sometimes result in a breach of patients information,being used and stolen.</a:t>
            </a:r>
            <a:endParaRPr>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p:txBody>
      </p:sp>
      <p:pic>
        <p:nvPicPr>
          <p:cNvPr descr="Virtual Psychologist With Gen-AI ..." id="271" name="Google Shape;271;p34"/>
          <p:cNvPicPr preferRelativeResize="0"/>
          <p:nvPr/>
        </p:nvPicPr>
        <p:blipFill>
          <a:blip r:embed="rId3">
            <a:alphaModFix/>
          </a:blip>
          <a:stretch>
            <a:fillRect/>
          </a:stretch>
        </p:blipFill>
        <p:spPr>
          <a:xfrm>
            <a:off x="5815013" y="2661450"/>
            <a:ext cx="2828925" cy="1619250"/>
          </a:xfrm>
          <a:prstGeom prst="rect">
            <a:avLst/>
          </a:prstGeom>
          <a:noFill/>
          <a:ln>
            <a:noFill/>
          </a:ln>
        </p:spPr>
      </p:pic>
      <p:pic>
        <p:nvPicPr>
          <p:cNvPr descr="AI is changing every aspect of ..." id="272" name="Google Shape;272;p34"/>
          <p:cNvPicPr preferRelativeResize="0"/>
          <p:nvPr/>
        </p:nvPicPr>
        <p:blipFill>
          <a:blip r:embed="rId4">
            <a:alphaModFix/>
          </a:blip>
          <a:stretch>
            <a:fillRect/>
          </a:stretch>
        </p:blipFill>
        <p:spPr>
          <a:xfrm>
            <a:off x="6111050" y="89825"/>
            <a:ext cx="1771650" cy="91129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idx="1" type="subTitle"/>
          </p:nvPr>
        </p:nvSpPr>
        <p:spPr>
          <a:xfrm>
            <a:off x="-171475" y="1018863"/>
            <a:ext cx="3305700" cy="1053900"/>
          </a:xfrm>
          <a:prstGeom prst="rect">
            <a:avLst/>
          </a:prstGeom>
        </p:spPr>
        <p:txBody>
          <a:bodyPr anchorCtr="0" anchor="ctr" bIns="91425" lIns="91425" spcFirstLastPara="1" rIns="91425" wrap="square" tIns="91425">
            <a:noAutofit/>
          </a:bodyPr>
          <a:lstStyle/>
          <a:p>
            <a:pPr indent="-317500" lvl="0" marL="457200" rtl="0" algn="ctr">
              <a:spcBef>
                <a:spcPts val="0"/>
              </a:spcBef>
              <a:spcAft>
                <a:spcPts val="0"/>
              </a:spcAft>
              <a:buSzPts val="1400"/>
              <a:buChar char="●"/>
            </a:pPr>
            <a:r>
              <a:rPr lang="en"/>
              <a:t>Virtual Reality Therapy integrates digital </a:t>
            </a:r>
            <a:r>
              <a:rPr lang="en"/>
              <a:t>environments</a:t>
            </a:r>
            <a:r>
              <a:rPr lang="en"/>
              <a:t> into </a:t>
            </a:r>
            <a:r>
              <a:rPr lang="en"/>
              <a:t>therapeutic</a:t>
            </a:r>
            <a:r>
              <a:rPr lang="en"/>
              <a:t> practices to enhance treatment for various mental health conidtions. </a:t>
            </a:r>
            <a:endParaRPr/>
          </a:p>
        </p:txBody>
      </p:sp>
      <p:sp>
        <p:nvSpPr>
          <p:cNvPr id="278" name="Google Shape;278;p35"/>
          <p:cNvSpPr txBox="1"/>
          <p:nvPr>
            <p:ph idx="2" type="title"/>
          </p:nvPr>
        </p:nvSpPr>
        <p:spPr>
          <a:xfrm>
            <a:off x="510225" y="96275"/>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0" lang="en"/>
              <a:t>Virtual Reality Therapy</a:t>
            </a:r>
            <a:endParaRPr b="0"/>
          </a:p>
        </p:txBody>
      </p:sp>
      <p:sp>
        <p:nvSpPr>
          <p:cNvPr id="279" name="Google Shape;279;p35"/>
          <p:cNvSpPr txBox="1"/>
          <p:nvPr>
            <p:ph idx="4" type="subTitle"/>
          </p:nvPr>
        </p:nvSpPr>
        <p:spPr>
          <a:xfrm>
            <a:off x="193625" y="3010775"/>
            <a:ext cx="2940600" cy="1327500"/>
          </a:xfrm>
          <a:prstGeom prst="rect">
            <a:avLst/>
          </a:prstGeom>
        </p:spPr>
        <p:txBody>
          <a:bodyPr anchorCtr="0" anchor="ctr" bIns="91425" lIns="91425" spcFirstLastPara="1" rIns="91425" wrap="square" tIns="91425">
            <a:noAutofit/>
          </a:bodyPr>
          <a:lstStyle/>
          <a:p>
            <a:pPr indent="-317500" lvl="0" marL="457200" rtl="0" algn="l">
              <a:spcBef>
                <a:spcPts val="0"/>
              </a:spcBef>
              <a:spcAft>
                <a:spcPts val="0"/>
              </a:spcAft>
              <a:buSzPts val="1400"/>
              <a:buChar char="●"/>
            </a:pPr>
            <a:r>
              <a:rPr lang="en"/>
              <a:t>Allows </a:t>
            </a:r>
            <a:r>
              <a:rPr lang="en"/>
              <a:t>individuals to process emotions, practice coping techniques in a safe and controlled way</a:t>
            </a:r>
            <a:endParaRPr/>
          </a:p>
        </p:txBody>
      </p:sp>
      <p:sp>
        <p:nvSpPr>
          <p:cNvPr id="280" name="Google Shape;280;p35"/>
          <p:cNvSpPr txBox="1"/>
          <p:nvPr>
            <p:ph idx="6" type="subTitle"/>
          </p:nvPr>
        </p:nvSpPr>
        <p:spPr>
          <a:xfrm>
            <a:off x="3690700" y="1011800"/>
            <a:ext cx="2467800" cy="117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a:p>
          <a:p>
            <a:pPr indent="-317500" lvl="0" marL="457200" rtl="0" algn="l">
              <a:spcBef>
                <a:spcPts val="0"/>
              </a:spcBef>
              <a:spcAft>
                <a:spcPts val="0"/>
              </a:spcAft>
              <a:buSzPts val="1400"/>
              <a:buChar char="●"/>
            </a:pPr>
            <a:r>
              <a:rPr lang="en"/>
              <a:t>Phobias </a:t>
            </a:r>
            <a:endParaRPr/>
          </a:p>
          <a:p>
            <a:pPr indent="-317500" lvl="0" marL="457200" rtl="0" algn="l">
              <a:spcBef>
                <a:spcPts val="0"/>
              </a:spcBef>
              <a:spcAft>
                <a:spcPts val="0"/>
              </a:spcAft>
              <a:buSzPts val="1400"/>
              <a:buChar char="●"/>
            </a:pPr>
            <a:r>
              <a:rPr lang="en"/>
              <a:t>Social Anxiety</a:t>
            </a:r>
            <a:endParaRPr/>
          </a:p>
          <a:p>
            <a:pPr indent="-317500" lvl="0" marL="457200" rtl="0" algn="l">
              <a:spcBef>
                <a:spcPts val="0"/>
              </a:spcBef>
              <a:spcAft>
                <a:spcPts val="0"/>
              </a:spcAft>
              <a:buSzPts val="1400"/>
              <a:buChar char="●"/>
            </a:pPr>
            <a:r>
              <a:rPr lang="en"/>
              <a:t>Depression </a:t>
            </a:r>
            <a:endParaRPr/>
          </a:p>
          <a:p>
            <a:pPr indent="-317500" lvl="0" marL="457200" rtl="0" algn="l">
              <a:spcBef>
                <a:spcPts val="0"/>
              </a:spcBef>
              <a:spcAft>
                <a:spcPts val="0"/>
              </a:spcAft>
              <a:buSzPts val="1400"/>
              <a:buChar char="●"/>
            </a:pPr>
            <a:r>
              <a:rPr lang="en"/>
              <a:t>Insomnia</a:t>
            </a:r>
            <a:endParaRPr/>
          </a:p>
        </p:txBody>
      </p:sp>
      <p:cxnSp>
        <p:nvCxnSpPr>
          <p:cNvPr id="281" name="Google Shape;281;p35"/>
          <p:cNvCxnSpPr/>
          <p:nvPr/>
        </p:nvCxnSpPr>
        <p:spPr>
          <a:xfrm>
            <a:off x="1240350" y="4839422"/>
            <a:ext cx="6663300" cy="0"/>
          </a:xfrm>
          <a:prstGeom prst="straightConnector1">
            <a:avLst/>
          </a:prstGeom>
          <a:noFill/>
          <a:ln cap="flat" cmpd="sng" w="19050">
            <a:solidFill>
              <a:schemeClr val="dk1"/>
            </a:solidFill>
            <a:prstDash val="solid"/>
            <a:round/>
            <a:headEnd len="med" w="med" type="none"/>
            <a:tailEnd len="med" w="med" type="none"/>
          </a:ln>
        </p:spPr>
      </p:cxnSp>
      <p:pic>
        <p:nvPicPr>
          <p:cNvPr descr="How Virtual Reality Therapy Could Help ..." id="282" name="Google Shape;282;p35"/>
          <p:cNvPicPr preferRelativeResize="0"/>
          <p:nvPr/>
        </p:nvPicPr>
        <p:blipFill>
          <a:blip r:embed="rId3">
            <a:alphaModFix/>
          </a:blip>
          <a:stretch>
            <a:fillRect/>
          </a:stretch>
        </p:blipFill>
        <p:spPr>
          <a:xfrm>
            <a:off x="6374900" y="745725"/>
            <a:ext cx="2707800" cy="1600200"/>
          </a:xfrm>
          <a:prstGeom prst="rect">
            <a:avLst/>
          </a:prstGeom>
          <a:noFill/>
          <a:ln>
            <a:noFill/>
          </a:ln>
        </p:spPr>
      </p:pic>
      <p:pic>
        <p:nvPicPr>
          <p:cNvPr descr="What is VR Therapy and 3 Pros of Being ..." id="283" name="Google Shape;283;p35"/>
          <p:cNvPicPr preferRelativeResize="0"/>
          <p:nvPr/>
        </p:nvPicPr>
        <p:blipFill>
          <a:blip r:embed="rId4">
            <a:alphaModFix/>
          </a:blip>
          <a:stretch>
            <a:fillRect/>
          </a:stretch>
        </p:blipFill>
        <p:spPr>
          <a:xfrm>
            <a:off x="6414825" y="2803000"/>
            <a:ext cx="2667875" cy="1743075"/>
          </a:xfrm>
          <a:prstGeom prst="rect">
            <a:avLst/>
          </a:prstGeom>
          <a:noFill/>
          <a:ln>
            <a:noFill/>
          </a:ln>
        </p:spPr>
      </p:pic>
      <p:sp>
        <p:nvSpPr>
          <p:cNvPr id="284" name="Google Shape;284;p35"/>
          <p:cNvSpPr txBox="1"/>
          <p:nvPr/>
        </p:nvSpPr>
        <p:spPr>
          <a:xfrm>
            <a:off x="3348100" y="668075"/>
            <a:ext cx="3153000" cy="81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Nunito"/>
                <a:ea typeface="Nunito"/>
                <a:cs typeface="Nunito"/>
                <a:sym typeface="Nunito"/>
              </a:rPr>
              <a:t>Conditions VR Therapy Can Address</a:t>
            </a:r>
            <a:endParaRPr u="sng">
              <a:solidFill>
                <a:schemeClr val="dk1"/>
              </a:solidFill>
              <a:latin typeface="Nunito"/>
              <a:ea typeface="Nunito"/>
              <a:cs typeface="Nunito"/>
              <a:sym typeface="Nunito"/>
            </a:endParaRPr>
          </a:p>
        </p:txBody>
      </p:sp>
      <p:sp>
        <p:nvSpPr>
          <p:cNvPr id="285" name="Google Shape;285;p35"/>
          <p:cNvSpPr txBox="1"/>
          <p:nvPr/>
        </p:nvSpPr>
        <p:spPr>
          <a:xfrm>
            <a:off x="3658363" y="2803000"/>
            <a:ext cx="2232300" cy="1251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dk1"/>
                </a:solidFill>
                <a:latin typeface="Nunito"/>
                <a:ea typeface="Nunito"/>
                <a:cs typeface="Nunito"/>
                <a:sym typeface="Nunito"/>
              </a:rPr>
              <a:t>Why?</a:t>
            </a:r>
            <a:endParaRPr u="sng">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Enhances </a:t>
            </a:r>
            <a:r>
              <a:rPr lang="en">
                <a:solidFill>
                  <a:schemeClr val="dk1"/>
                </a:solidFill>
                <a:latin typeface="Nunito"/>
                <a:ea typeface="Nunito"/>
                <a:cs typeface="Nunito"/>
                <a:sym typeface="Nunito"/>
              </a:rPr>
              <a:t>traditional</a:t>
            </a:r>
            <a:r>
              <a:rPr lang="en">
                <a:solidFill>
                  <a:schemeClr val="dk1"/>
                </a:solidFill>
                <a:latin typeface="Nunito"/>
                <a:ea typeface="Nunito"/>
                <a:cs typeface="Nunito"/>
                <a:sym typeface="Nunito"/>
              </a:rPr>
              <a:t> mental health treatments, and is interactive </a:t>
            </a:r>
            <a:endParaRPr>
              <a:solidFill>
                <a:schemeClr val="dk1"/>
              </a:solidFill>
              <a:latin typeface="Nunito"/>
              <a:ea typeface="Nunito"/>
              <a:cs typeface="Nunito"/>
              <a:sym typeface="Nuni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6"/>
          <p:cNvSpPr txBox="1"/>
          <p:nvPr>
            <p:ph type="title"/>
          </p:nvPr>
        </p:nvSpPr>
        <p:spPr>
          <a:xfrm>
            <a:off x="892825" y="257375"/>
            <a:ext cx="78030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Social Media And Mental Health</a:t>
            </a:r>
            <a:endParaRPr/>
          </a:p>
        </p:txBody>
      </p:sp>
      <p:cxnSp>
        <p:nvCxnSpPr>
          <p:cNvPr id="291" name="Google Shape;291;p36"/>
          <p:cNvCxnSpPr>
            <a:endCxn id="292"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pic>
        <p:nvPicPr>
          <p:cNvPr descr="Social Media Is Crushing Your Mental Health" id="293" name="Google Shape;293;p36"/>
          <p:cNvPicPr preferRelativeResize="0"/>
          <p:nvPr/>
        </p:nvPicPr>
        <p:blipFill>
          <a:blip r:embed="rId3">
            <a:alphaModFix/>
          </a:blip>
          <a:stretch>
            <a:fillRect/>
          </a:stretch>
        </p:blipFill>
        <p:spPr>
          <a:xfrm>
            <a:off x="6202162" y="3125475"/>
            <a:ext cx="2493675" cy="1743075"/>
          </a:xfrm>
          <a:prstGeom prst="rect">
            <a:avLst/>
          </a:prstGeom>
          <a:noFill/>
          <a:ln>
            <a:noFill/>
          </a:ln>
        </p:spPr>
      </p:pic>
      <p:pic>
        <p:nvPicPr>
          <p:cNvPr descr="social media on mental health ..." id="294" name="Google Shape;294;p36"/>
          <p:cNvPicPr preferRelativeResize="0"/>
          <p:nvPr/>
        </p:nvPicPr>
        <p:blipFill>
          <a:blip r:embed="rId4">
            <a:alphaModFix/>
          </a:blip>
          <a:stretch>
            <a:fillRect/>
          </a:stretch>
        </p:blipFill>
        <p:spPr>
          <a:xfrm>
            <a:off x="3765629" y="1775000"/>
            <a:ext cx="2253959" cy="1681800"/>
          </a:xfrm>
          <a:prstGeom prst="rect">
            <a:avLst/>
          </a:prstGeom>
          <a:noFill/>
          <a:ln>
            <a:noFill/>
          </a:ln>
        </p:spPr>
      </p:pic>
      <p:sp>
        <p:nvSpPr>
          <p:cNvPr id="295" name="Google Shape;295;p36"/>
          <p:cNvSpPr txBox="1"/>
          <p:nvPr/>
        </p:nvSpPr>
        <p:spPr>
          <a:xfrm>
            <a:off x="310525" y="1592413"/>
            <a:ext cx="3455100" cy="32373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An average person spends about 145 minutes on social media a day</a:t>
            </a:r>
            <a:endParaRPr>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Social media impacts our overall well being by fueling anxiety, depression,lonliness </a:t>
            </a:r>
            <a:endParaRPr>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Social media filters create false illusions which cause people to feel self conscious </a:t>
            </a:r>
            <a:endParaRPr>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According Health Uc Davis “In 2020, 44% of all internet users in the U.S said they have experienced online </a:t>
            </a:r>
            <a:r>
              <a:rPr lang="en">
                <a:solidFill>
                  <a:schemeClr val="dk1"/>
                </a:solidFill>
                <a:latin typeface="Nunito"/>
                <a:ea typeface="Nunito"/>
                <a:cs typeface="Nunito"/>
                <a:sym typeface="Nunito"/>
              </a:rPr>
              <a:t>harassment</a:t>
            </a:r>
            <a:endParaRPr>
              <a:solidFill>
                <a:schemeClr val="dk1"/>
              </a:solidFill>
              <a:latin typeface="Nunito"/>
              <a:ea typeface="Nunito"/>
              <a:cs typeface="Nunito"/>
              <a:sym typeface="Nunito"/>
            </a:endParaRPr>
          </a:p>
          <a:p>
            <a:pPr indent="0" lvl="0" marL="457200" rtl="0" algn="l">
              <a:spcBef>
                <a:spcPts val="0"/>
              </a:spcBef>
              <a:spcAft>
                <a:spcPts val="0"/>
              </a:spcAft>
              <a:buNone/>
            </a:pPr>
            <a:r>
              <a:t/>
            </a:r>
            <a:endParaRPr>
              <a:solidFill>
                <a:schemeClr val="dk1"/>
              </a:solidFill>
              <a:latin typeface="Nunito"/>
              <a:ea typeface="Nunito"/>
              <a:cs typeface="Nunito"/>
              <a:sym typeface="Nunito"/>
            </a:endParaRPr>
          </a:p>
        </p:txBody>
      </p:sp>
      <p:sp>
        <p:nvSpPr>
          <p:cNvPr id="296" name="Google Shape;296;p36"/>
          <p:cNvSpPr txBox="1"/>
          <p:nvPr/>
        </p:nvSpPr>
        <p:spPr>
          <a:xfrm>
            <a:off x="6166275" y="1396500"/>
            <a:ext cx="2735100" cy="235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dk1"/>
                </a:solidFill>
                <a:latin typeface="Nunito"/>
                <a:ea typeface="Nunito"/>
                <a:cs typeface="Nunito"/>
                <a:sym typeface="Nunito"/>
              </a:rPr>
              <a:t>Ways to safely use social media</a:t>
            </a:r>
            <a:endParaRPr u="sng">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Set time limits</a:t>
            </a:r>
            <a:endParaRPr>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Speicifc time you use social media</a:t>
            </a:r>
            <a:endParaRPr>
              <a:solidFill>
                <a:schemeClr val="dk1"/>
              </a:solidFill>
              <a:latin typeface="Nunito"/>
              <a:ea typeface="Nunito"/>
              <a:cs typeface="Nunito"/>
              <a:sym typeface="Nunito"/>
            </a:endParaRPr>
          </a:p>
          <a:p>
            <a:pPr indent="-317500" lvl="0" marL="457200" rtl="0" algn="l">
              <a:spcBef>
                <a:spcPts val="0"/>
              </a:spcBef>
              <a:spcAft>
                <a:spcPts val="0"/>
              </a:spcAft>
              <a:buClr>
                <a:schemeClr val="dk1"/>
              </a:buClr>
              <a:buSzPts val="1400"/>
              <a:buFont typeface="Nunito"/>
              <a:buChar char="●"/>
            </a:pPr>
            <a:r>
              <a:rPr lang="en">
                <a:solidFill>
                  <a:schemeClr val="dk1"/>
                </a:solidFill>
                <a:latin typeface="Nunito"/>
                <a:ea typeface="Nunito"/>
                <a:cs typeface="Nunito"/>
                <a:sym typeface="Nunito"/>
              </a:rPr>
              <a:t>Only follow close friends and family </a:t>
            </a:r>
            <a:endParaRPr>
              <a:solidFill>
                <a:schemeClr val="dk1"/>
              </a:solidFill>
              <a:latin typeface="Nunito"/>
              <a:ea typeface="Nunito"/>
              <a:cs typeface="Nunito"/>
              <a:sym typeface="Nuni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cxnSp>
        <p:nvCxnSpPr>
          <p:cNvPr id="301" name="Google Shape;301;p37"/>
          <p:cNvCxnSpPr>
            <a:endCxn id="302"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303" name="Google Shape;303;p37"/>
          <p:cNvSpPr txBox="1"/>
          <p:nvPr/>
        </p:nvSpPr>
        <p:spPr>
          <a:xfrm>
            <a:off x="999275" y="266975"/>
            <a:ext cx="5988900" cy="738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100" u="sng">
                <a:solidFill>
                  <a:schemeClr val="dk1"/>
                </a:solidFill>
                <a:latin typeface="Nunito"/>
                <a:ea typeface="Nunito"/>
                <a:cs typeface="Nunito"/>
                <a:sym typeface="Nunito"/>
              </a:rPr>
              <a:t>Work Cited</a:t>
            </a:r>
            <a:endParaRPr sz="2100" u="sng">
              <a:solidFill>
                <a:schemeClr val="dk1"/>
              </a:solidFill>
              <a:latin typeface="Nunito"/>
              <a:ea typeface="Nunito"/>
              <a:cs typeface="Nunito"/>
              <a:sym typeface="Nunito"/>
            </a:endParaRPr>
          </a:p>
        </p:txBody>
      </p:sp>
      <p:sp>
        <p:nvSpPr>
          <p:cNvPr id="304" name="Google Shape;304;p37"/>
          <p:cNvSpPr txBox="1"/>
          <p:nvPr/>
        </p:nvSpPr>
        <p:spPr>
          <a:xfrm>
            <a:off x="731500" y="1245825"/>
            <a:ext cx="6663300" cy="26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700" u="sng">
                <a:solidFill>
                  <a:schemeClr val="hlink"/>
                </a:solidFill>
                <a:latin typeface="Cabin"/>
                <a:ea typeface="Cabin"/>
                <a:cs typeface="Cabin"/>
                <a:sym typeface="Cabin"/>
                <a:hlinkClick r:id="rId3"/>
              </a:rPr>
              <a:t>https://www.apa.org/education-career/guide/science</a:t>
            </a:r>
            <a:endParaRPr sz="1700">
              <a:latin typeface="Cabin"/>
              <a:ea typeface="Cabin"/>
              <a:cs typeface="Cabin"/>
              <a:sym typeface="Cabin"/>
            </a:endParaRPr>
          </a:p>
          <a:p>
            <a:pPr indent="0" lvl="0" marL="0" rtl="0" algn="l">
              <a:spcBef>
                <a:spcPts val="0"/>
              </a:spcBef>
              <a:spcAft>
                <a:spcPts val="0"/>
              </a:spcAft>
              <a:buNone/>
            </a:pPr>
            <a:r>
              <a:rPr lang="en" sz="1700" u="sng">
                <a:solidFill>
                  <a:schemeClr val="hlink"/>
                </a:solidFill>
                <a:latin typeface="Cabin"/>
                <a:ea typeface="Cabin"/>
                <a:cs typeface="Cabin"/>
                <a:sym typeface="Cabin"/>
                <a:hlinkClick r:id="rId4"/>
              </a:rPr>
              <a:t>https://www.alliant.edu/blog/psychology-and-technology-current-trends-shaping-our-world#:~:text=Technology%20is%20impacting%20psychology%20in%20many%20ways:,symptoms%20and%20diagnoses%20*%20Deliver%20treatment%20options</a:t>
            </a:r>
            <a:endParaRPr sz="1700">
              <a:latin typeface="Cabin"/>
              <a:ea typeface="Cabin"/>
              <a:cs typeface="Cabin"/>
              <a:sym typeface="Cabin"/>
            </a:endParaRPr>
          </a:p>
          <a:p>
            <a:pPr indent="0" lvl="0" marL="0" rtl="0" algn="l">
              <a:spcBef>
                <a:spcPts val="0"/>
              </a:spcBef>
              <a:spcAft>
                <a:spcPts val="0"/>
              </a:spcAft>
              <a:buNone/>
            </a:pPr>
            <a:r>
              <a:rPr lang="en" sz="1700" u="sng">
                <a:solidFill>
                  <a:schemeClr val="hlink"/>
                </a:solidFill>
                <a:latin typeface="Cabin"/>
                <a:ea typeface="Cabin"/>
                <a:cs typeface="Cabin"/>
                <a:sym typeface="Cabin"/>
                <a:hlinkClick r:id="rId5"/>
              </a:rPr>
              <a:t>https://www.simplypsychology.org/neuroimaging.html</a:t>
            </a:r>
            <a:endParaRPr sz="1700">
              <a:latin typeface="Cabin"/>
              <a:ea typeface="Cabin"/>
              <a:cs typeface="Cabin"/>
              <a:sym typeface="Cabin"/>
            </a:endParaRPr>
          </a:p>
          <a:p>
            <a:pPr indent="0" lvl="0" marL="0" rtl="0" algn="l">
              <a:spcBef>
                <a:spcPts val="0"/>
              </a:spcBef>
              <a:spcAft>
                <a:spcPts val="0"/>
              </a:spcAft>
              <a:buNone/>
            </a:pPr>
            <a:r>
              <a:rPr lang="en" sz="1700" u="sng">
                <a:solidFill>
                  <a:schemeClr val="hlink"/>
                </a:solidFill>
                <a:latin typeface="Cabin"/>
                <a:ea typeface="Cabin"/>
                <a:cs typeface="Cabin"/>
                <a:sym typeface="Cabin"/>
                <a:hlinkClick r:id="rId6"/>
              </a:rPr>
              <a:t>https://www.calm.com/</a:t>
            </a:r>
            <a:endParaRPr sz="1700">
              <a:latin typeface="Cabin"/>
              <a:ea typeface="Cabin"/>
              <a:cs typeface="Cabin"/>
              <a:sym typeface="Cabin"/>
            </a:endParaRPr>
          </a:p>
          <a:p>
            <a:pPr indent="0" lvl="0" marL="0" rtl="0" algn="l">
              <a:spcBef>
                <a:spcPts val="0"/>
              </a:spcBef>
              <a:spcAft>
                <a:spcPts val="0"/>
              </a:spcAft>
              <a:buNone/>
            </a:pPr>
            <a:r>
              <a:rPr lang="en" sz="1700" u="sng">
                <a:solidFill>
                  <a:schemeClr val="hlink"/>
                </a:solidFill>
                <a:latin typeface="Cabin"/>
                <a:ea typeface="Cabin"/>
                <a:cs typeface="Cabin"/>
                <a:sym typeface="Cabin"/>
                <a:hlinkClick r:id="rId7"/>
              </a:rPr>
              <a:t>https://www.headspace.com/</a:t>
            </a:r>
            <a:endParaRPr sz="1700">
              <a:latin typeface="Cabin"/>
              <a:ea typeface="Cabin"/>
              <a:cs typeface="Cabin"/>
              <a:sym typeface="Cabin"/>
            </a:endParaRPr>
          </a:p>
          <a:p>
            <a:pPr indent="0" lvl="0" marL="0" rtl="0" algn="l">
              <a:spcBef>
                <a:spcPts val="0"/>
              </a:spcBef>
              <a:spcAft>
                <a:spcPts val="0"/>
              </a:spcAft>
              <a:buNone/>
            </a:pPr>
            <a:r>
              <a:rPr lang="en" sz="1700" u="sng">
                <a:solidFill>
                  <a:schemeClr val="hlink"/>
                </a:solidFill>
                <a:latin typeface="Cabin"/>
                <a:ea typeface="Cabin"/>
                <a:cs typeface="Cabin"/>
                <a:sym typeface="Cabin"/>
                <a:hlinkClick r:id="rId8"/>
              </a:rPr>
              <a:t>https://www.apaservices.org/practice/news/artificial-intelligence-psychologists-work</a:t>
            </a:r>
            <a:endParaRPr sz="1700">
              <a:latin typeface="Cabin"/>
              <a:ea typeface="Cabin"/>
              <a:cs typeface="Cabin"/>
              <a:sym typeface="Cabin"/>
            </a:endParaRPr>
          </a:p>
          <a:p>
            <a:pPr indent="0" lvl="0" marL="0" rtl="0" algn="l">
              <a:spcBef>
                <a:spcPts val="0"/>
              </a:spcBef>
              <a:spcAft>
                <a:spcPts val="0"/>
              </a:spcAft>
              <a:buNone/>
            </a:pPr>
            <a:r>
              <a:rPr lang="en" sz="1700" u="sng">
                <a:solidFill>
                  <a:schemeClr val="hlink"/>
                </a:solidFill>
                <a:latin typeface="Cabin"/>
                <a:ea typeface="Cabin"/>
                <a:cs typeface="Cabin"/>
                <a:sym typeface="Cabin"/>
                <a:hlinkClick r:id="rId9"/>
              </a:rPr>
              <a:t>https://www.canvashealth.org/specialty-virtual-reality-vr-therapy/</a:t>
            </a:r>
            <a:endParaRPr sz="1700">
              <a:latin typeface="Cabin"/>
              <a:ea typeface="Cabin"/>
              <a:cs typeface="Cabin"/>
              <a:sym typeface="Cabin"/>
            </a:endParaRPr>
          </a:p>
          <a:p>
            <a:pPr indent="0" lvl="0" marL="0" rtl="0" algn="l">
              <a:spcBef>
                <a:spcPts val="0"/>
              </a:spcBef>
              <a:spcAft>
                <a:spcPts val="0"/>
              </a:spcAft>
              <a:buNone/>
            </a:pPr>
            <a:r>
              <a:t/>
            </a:r>
            <a:endParaRPr>
              <a:latin typeface="Cabin"/>
              <a:ea typeface="Cabin"/>
              <a:cs typeface="Cabin"/>
              <a:sym typeface="Cabin"/>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Elegant Lines Pitch Deck by Slidesgo">
  <a:themeElements>
    <a:clrScheme name="Simple Light">
      <a:dk1>
        <a:srgbClr val="302926"/>
      </a:dk1>
      <a:lt1>
        <a:srgbClr val="E7E7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3029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